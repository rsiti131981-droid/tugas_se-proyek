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6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32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6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C7B2B5-7BE8-4FD4-B673-9B5CF4D7F92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06ECCEF-28E7-4E50-8760-ADCA20B7887E}">
      <dgm:prSet/>
      <dgm:spPr/>
      <dgm:t>
        <a:bodyPr/>
        <a:lstStyle/>
        <a:p>
          <a:r>
            <a:rPr lang="en-US"/>
            <a:t>File Allocation Table (FAT)</a:t>
          </a:r>
        </a:p>
      </dgm:t>
    </dgm:pt>
    <dgm:pt modelId="{F66E80B0-02E5-4EEE-A889-DD9F53C93715}" type="parTrans" cxnId="{E3BD3DDB-C842-4B41-8E8F-E3276967DC29}">
      <dgm:prSet/>
      <dgm:spPr/>
      <dgm:t>
        <a:bodyPr/>
        <a:lstStyle/>
        <a:p>
          <a:endParaRPr lang="en-US"/>
        </a:p>
      </dgm:t>
    </dgm:pt>
    <dgm:pt modelId="{E0818391-93C5-4657-A600-D25F830D9527}" type="sibTrans" cxnId="{E3BD3DDB-C842-4B41-8E8F-E3276967DC29}">
      <dgm:prSet/>
      <dgm:spPr/>
      <dgm:t>
        <a:bodyPr/>
        <a:lstStyle/>
        <a:p>
          <a:endParaRPr lang="en-US"/>
        </a:p>
      </dgm:t>
    </dgm:pt>
    <dgm:pt modelId="{10560113-28F4-450F-8EFD-603B256A39C1}">
      <dgm:prSet/>
      <dgm:spPr/>
      <dgm:t>
        <a:bodyPr/>
        <a:lstStyle/>
        <a:p>
          <a:r>
            <a:rPr lang="id-ID"/>
            <a:t>New Technology File System</a:t>
          </a:r>
          <a:r>
            <a:rPr lang="en-US"/>
            <a:t> (NTFS)</a:t>
          </a:r>
        </a:p>
      </dgm:t>
    </dgm:pt>
    <dgm:pt modelId="{2991E98B-8CFE-4664-A78A-B7CAE5C830B6}" type="parTrans" cxnId="{13C01EFA-7F7B-4BD8-ABAC-46415EA5BF52}">
      <dgm:prSet/>
      <dgm:spPr/>
      <dgm:t>
        <a:bodyPr/>
        <a:lstStyle/>
        <a:p>
          <a:endParaRPr lang="en-US"/>
        </a:p>
      </dgm:t>
    </dgm:pt>
    <dgm:pt modelId="{97892129-4A39-4CBF-9A6E-6D796889473B}" type="sibTrans" cxnId="{13C01EFA-7F7B-4BD8-ABAC-46415EA5BF52}">
      <dgm:prSet/>
      <dgm:spPr/>
      <dgm:t>
        <a:bodyPr/>
        <a:lstStyle/>
        <a:p>
          <a:endParaRPr lang="en-US"/>
        </a:p>
      </dgm:t>
    </dgm:pt>
    <dgm:pt modelId="{3D22A2F7-B173-499B-AE99-9B9F9FF7768C}">
      <dgm:prSet/>
      <dgm:spPr/>
      <dgm:t>
        <a:bodyPr/>
        <a:lstStyle/>
        <a:p>
          <a:r>
            <a:rPr lang="id-ID"/>
            <a:t>Resilient File System</a:t>
          </a:r>
          <a:r>
            <a:rPr lang="en-US"/>
            <a:t> (ReFS)</a:t>
          </a:r>
        </a:p>
      </dgm:t>
    </dgm:pt>
    <dgm:pt modelId="{4A0A439F-5F61-4C88-9B59-C988B3E8A42D}" type="parTrans" cxnId="{C742C907-4C76-43B1-BAEE-4D81123D6980}">
      <dgm:prSet/>
      <dgm:spPr/>
      <dgm:t>
        <a:bodyPr/>
        <a:lstStyle/>
        <a:p>
          <a:endParaRPr lang="en-US"/>
        </a:p>
      </dgm:t>
    </dgm:pt>
    <dgm:pt modelId="{981208DC-C5FE-43A4-ACDE-39BD7763EAF2}" type="sibTrans" cxnId="{C742C907-4C76-43B1-BAEE-4D81123D6980}">
      <dgm:prSet/>
      <dgm:spPr/>
      <dgm:t>
        <a:bodyPr/>
        <a:lstStyle/>
        <a:p>
          <a:endParaRPr lang="en-US"/>
        </a:p>
      </dgm:t>
    </dgm:pt>
    <dgm:pt modelId="{2F9CD80C-E178-45AC-8F15-2767E9890717}" type="pres">
      <dgm:prSet presAssocID="{E1C7B2B5-7BE8-4FD4-B673-9B5CF4D7F92E}" presName="linear" presStyleCnt="0">
        <dgm:presLayoutVars>
          <dgm:animLvl val="lvl"/>
          <dgm:resizeHandles val="exact"/>
        </dgm:presLayoutVars>
      </dgm:prSet>
      <dgm:spPr/>
    </dgm:pt>
    <dgm:pt modelId="{83B23D96-8703-4A85-8F7F-4C6FED9DC587}" type="pres">
      <dgm:prSet presAssocID="{B06ECCEF-28E7-4E50-8760-ADCA20B7887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938222E-D1A0-4E3D-A76E-42ED1D497E56}" type="pres">
      <dgm:prSet presAssocID="{E0818391-93C5-4657-A600-D25F830D9527}" presName="spacer" presStyleCnt="0"/>
      <dgm:spPr/>
    </dgm:pt>
    <dgm:pt modelId="{57FE2C3E-062C-4E60-815B-A074BF85B25B}" type="pres">
      <dgm:prSet presAssocID="{10560113-28F4-450F-8EFD-603B256A39C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866DE2C-304A-4CFC-A6C7-844A8C36895D}" type="pres">
      <dgm:prSet presAssocID="{97892129-4A39-4CBF-9A6E-6D796889473B}" presName="spacer" presStyleCnt="0"/>
      <dgm:spPr/>
    </dgm:pt>
    <dgm:pt modelId="{ECAB71B6-370F-474A-B440-DDF5594CBC28}" type="pres">
      <dgm:prSet presAssocID="{3D22A2F7-B173-499B-AE99-9B9F9FF7768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742C907-4C76-43B1-BAEE-4D81123D6980}" srcId="{E1C7B2B5-7BE8-4FD4-B673-9B5CF4D7F92E}" destId="{3D22A2F7-B173-499B-AE99-9B9F9FF7768C}" srcOrd="2" destOrd="0" parTransId="{4A0A439F-5F61-4C88-9B59-C988B3E8A42D}" sibTransId="{981208DC-C5FE-43A4-ACDE-39BD7763EAF2}"/>
    <dgm:cxn modelId="{D2D02213-1E1D-48F6-877A-A999C9522CD3}" type="presOf" srcId="{10560113-28F4-450F-8EFD-603B256A39C1}" destId="{57FE2C3E-062C-4E60-815B-A074BF85B25B}" srcOrd="0" destOrd="0" presId="urn:microsoft.com/office/officeart/2005/8/layout/vList2"/>
    <dgm:cxn modelId="{32DD4E4A-C655-45CD-A81F-A1722CD86CE5}" type="presOf" srcId="{E1C7B2B5-7BE8-4FD4-B673-9B5CF4D7F92E}" destId="{2F9CD80C-E178-45AC-8F15-2767E9890717}" srcOrd="0" destOrd="0" presId="urn:microsoft.com/office/officeart/2005/8/layout/vList2"/>
    <dgm:cxn modelId="{83D84EB5-C8FE-416E-B63E-11C48AB9FBA1}" type="presOf" srcId="{3D22A2F7-B173-499B-AE99-9B9F9FF7768C}" destId="{ECAB71B6-370F-474A-B440-DDF5594CBC28}" srcOrd="0" destOrd="0" presId="urn:microsoft.com/office/officeart/2005/8/layout/vList2"/>
    <dgm:cxn modelId="{A693C2D5-D3D4-4FF3-B63A-B3C65D68EB51}" type="presOf" srcId="{B06ECCEF-28E7-4E50-8760-ADCA20B7887E}" destId="{83B23D96-8703-4A85-8F7F-4C6FED9DC587}" srcOrd="0" destOrd="0" presId="urn:microsoft.com/office/officeart/2005/8/layout/vList2"/>
    <dgm:cxn modelId="{E3BD3DDB-C842-4B41-8E8F-E3276967DC29}" srcId="{E1C7B2B5-7BE8-4FD4-B673-9B5CF4D7F92E}" destId="{B06ECCEF-28E7-4E50-8760-ADCA20B7887E}" srcOrd="0" destOrd="0" parTransId="{F66E80B0-02E5-4EEE-A889-DD9F53C93715}" sibTransId="{E0818391-93C5-4657-A600-D25F830D9527}"/>
    <dgm:cxn modelId="{13C01EFA-7F7B-4BD8-ABAC-46415EA5BF52}" srcId="{E1C7B2B5-7BE8-4FD4-B673-9B5CF4D7F92E}" destId="{10560113-28F4-450F-8EFD-603B256A39C1}" srcOrd="1" destOrd="0" parTransId="{2991E98B-8CFE-4664-A78A-B7CAE5C830B6}" sibTransId="{97892129-4A39-4CBF-9A6E-6D796889473B}"/>
    <dgm:cxn modelId="{CEE98E7D-A7B6-4030-93D2-8620DB66D125}" type="presParOf" srcId="{2F9CD80C-E178-45AC-8F15-2767E9890717}" destId="{83B23D96-8703-4A85-8F7F-4C6FED9DC587}" srcOrd="0" destOrd="0" presId="urn:microsoft.com/office/officeart/2005/8/layout/vList2"/>
    <dgm:cxn modelId="{4610B7F3-7CF6-4410-9993-672E5D4F915C}" type="presParOf" srcId="{2F9CD80C-E178-45AC-8F15-2767E9890717}" destId="{C938222E-D1A0-4E3D-A76E-42ED1D497E56}" srcOrd="1" destOrd="0" presId="urn:microsoft.com/office/officeart/2005/8/layout/vList2"/>
    <dgm:cxn modelId="{9409183D-A365-4AD5-96C8-AFA1B7E81C5A}" type="presParOf" srcId="{2F9CD80C-E178-45AC-8F15-2767E9890717}" destId="{57FE2C3E-062C-4E60-815B-A074BF85B25B}" srcOrd="2" destOrd="0" presId="urn:microsoft.com/office/officeart/2005/8/layout/vList2"/>
    <dgm:cxn modelId="{B58B624B-0730-492C-A355-9598730362F5}" type="presParOf" srcId="{2F9CD80C-E178-45AC-8F15-2767E9890717}" destId="{B866DE2C-304A-4CFC-A6C7-844A8C36895D}" srcOrd="3" destOrd="0" presId="urn:microsoft.com/office/officeart/2005/8/layout/vList2"/>
    <dgm:cxn modelId="{49404548-A621-4E48-B33B-F5A889644B43}" type="presParOf" srcId="{2F9CD80C-E178-45AC-8F15-2767E9890717}" destId="{ECAB71B6-370F-474A-B440-DDF5594CBC2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57EE43-991B-4A98-BB6E-386307CF8829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226DDA8-05DC-4CD1-B7A2-ED1EF71C8FCE}">
      <dgm:prSet/>
      <dgm:spPr/>
      <dgm:t>
        <a:bodyPr/>
        <a:lstStyle/>
        <a:p>
          <a:r>
            <a:rPr lang="en-US"/>
            <a:t>Extended File System (ext)</a:t>
          </a:r>
        </a:p>
      </dgm:t>
    </dgm:pt>
    <dgm:pt modelId="{984FBCC6-8034-4C93-A83F-0FB5FF6621AD}" type="parTrans" cxnId="{DC297A8F-209A-4CAA-9A35-AA06B48CF5A1}">
      <dgm:prSet/>
      <dgm:spPr/>
      <dgm:t>
        <a:bodyPr/>
        <a:lstStyle/>
        <a:p>
          <a:endParaRPr lang="en-US"/>
        </a:p>
      </dgm:t>
    </dgm:pt>
    <dgm:pt modelId="{CCA26023-F9C2-49F2-BE60-F19EE2E05658}" type="sibTrans" cxnId="{DC297A8F-209A-4CAA-9A35-AA06B48CF5A1}">
      <dgm:prSet/>
      <dgm:spPr/>
      <dgm:t>
        <a:bodyPr/>
        <a:lstStyle/>
        <a:p>
          <a:endParaRPr lang="en-US"/>
        </a:p>
      </dgm:t>
    </dgm:pt>
    <dgm:pt modelId="{17DD39C6-4124-4308-AEAC-1F74BFA5B694}">
      <dgm:prSet/>
      <dgm:spPr/>
      <dgm:t>
        <a:bodyPr/>
        <a:lstStyle/>
        <a:p>
          <a:r>
            <a:rPr lang="en-US"/>
            <a:t>ext2</a:t>
          </a:r>
        </a:p>
      </dgm:t>
    </dgm:pt>
    <dgm:pt modelId="{666EFFE1-2E9F-4FBF-996C-7F3BE4944C9A}" type="parTrans" cxnId="{58E7E39F-6CDD-4848-BE5F-B8C65CCA2CCA}">
      <dgm:prSet/>
      <dgm:spPr/>
      <dgm:t>
        <a:bodyPr/>
        <a:lstStyle/>
        <a:p>
          <a:endParaRPr lang="en-US"/>
        </a:p>
      </dgm:t>
    </dgm:pt>
    <dgm:pt modelId="{3B2BC88B-0DC6-4D52-9192-36460E87A616}" type="sibTrans" cxnId="{58E7E39F-6CDD-4848-BE5F-B8C65CCA2CCA}">
      <dgm:prSet/>
      <dgm:spPr/>
      <dgm:t>
        <a:bodyPr/>
        <a:lstStyle/>
        <a:p>
          <a:endParaRPr lang="en-US"/>
        </a:p>
      </dgm:t>
    </dgm:pt>
    <dgm:pt modelId="{5D1A567A-DE09-4B8A-8C76-68EDA3DF4049}">
      <dgm:prSet/>
      <dgm:spPr/>
      <dgm:t>
        <a:bodyPr/>
        <a:lstStyle/>
        <a:p>
          <a:r>
            <a:rPr lang="en-US"/>
            <a:t>ext3</a:t>
          </a:r>
        </a:p>
      </dgm:t>
    </dgm:pt>
    <dgm:pt modelId="{C8362F15-93C9-4B4A-A963-CBD22006FFCD}" type="parTrans" cxnId="{43726E93-030D-414F-977C-7C37FDAC26B4}">
      <dgm:prSet/>
      <dgm:spPr/>
      <dgm:t>
        <a:bodyPr/>
        <a:lstStyle/>
        <a:p>
          <a:endParaRPr lang="en-US"/>
        </a:p>
      </dgm:t>
    </dgm:pt>
    <dgm:pt modelId="{EB350D93-13A5-47A5-AED9-3BA55A8CC460}" type="sibTrans" cxnId="{43726E93-030D-414F-977C-7C37FDAC26B4}">
      <dgm:prSet/>
      <dgm:spPr/>
      <dgm:t>
        <a:bodyPr/>
        <a:lstStyle/>
        <a:p>
          <a:endParaRPr lang="en-US"/>
        </a:p>
      </dgm:t>
    </dgm:pt>
    <dgm:pt modelId="{BF878408-B60D-47DC-A73C-520EA2DADFAA}">
      <dgm:prSet/>
      <dgm:spPr/>
      <dgm:t>
        <a:bodyPr/>
        <a:lstStyle/>
        <a:p>
          <a:r>
            <a:rPr lang="en-US"/>
            <a:t>ext4</a:t>
          </a:r>
        </a:p>
      </dgm:t>
    </dgm:pt>
    <dgm:pt modelId="{5BA9B8A7-E56D-4783-977B-09A25EF8165E}" type="parTrans" cxnId="{A8C373FE-7573-4DCE-9C03-4DF6B9BB4836}">
      <dgm:prSet/>
      <dgm:spPr/>
      <dgm:t>
        <a:bodyPr/>
        <a:lstStyle/>
        <a:p>
          <a:endParaRPr lang="en-US"/>
        </a:p>
      </dgm:t>
    </dgm:pt>
    <dgm:pt modelId="{E72420E4-81C9-4E3F-B993-5BFC055A4C0A}" type="sibTrans" cxnId="{A8C373FE-7573-4DCE-9C03-4DF6B9BB4836}">
      <dgm:prSet/>
      <dgm:spPr/>
      <dgm:t>
        <a:bodyPr/>
        <a:lstStyle/>
        <a:p>
          <a:endParaRPr lang="en-US"/>
        </a:p>
      </dgm:t>
    </dgm:pt>
    <dgm:pt modelId="{CBCC61CD-6F18-482E-ADFE-8B6B707AFF78}">
      <dgm:prSet/>
      <dgm:spPr/>
      <dgm:t>
        <a:bodyPr/>
        <a:lstStyle/>
        <a:p>
          <a:r>
            <a:rPr lang="en-US"/>
            <a:t>other file system</a:t>
          </a:r>
        </a:p>
      </dgm:t>
    </dgm:pt>
    <dgm:pt modelId="{04EFE6EA-7522-4979-B398-09DF2CDB8312}" type="parTrans" cxnId="{B65DAEEB-BF62-4271-B978-C028667DD4F9}">
      <dgm:prSet/>
      <dgm:spPr/>
      <dgm:t>
        <a:bodyPr/>
        <a:lstStyle/>
        <a:p>
          <a:endParaRPr lang="en-US"/>
        </a:p>
      </dgm:t>
    </dgm:pt>
    <dgm:pt modelId="{0ECF5BA3-0C91-4C20-B74E-D660E6F4C086}" type="sibTrans" cxnId="{B65DAEEB-BF62-4271-B978-C028667DD4F9}">
      <dgm:prSet/>
      <dgm:spPr/>
      <dgm:t>
        <a:bodyPr/>
        <a:lstStyle/>
        <a:p>
          <a:endParaRPr lang="en-US"/>
        </a:p>
      </dgm:t>
    </dgm:pt>
    <dgm:pt modelId="{55010635-5E3B-4B17-9C4E-334696931E52}" type="pres">
      <dgm:prSet presAssocID="{0C57EE43-991B-4A98-BB6E-386307CF8829}" presName="linear" presStyleCnt="0">
        <dgm:presLayoutVars>
          <dgm:dir/>
          <dgm:animLvl val="lvl"/>
          <dgm:resizeHandles val="exact"/>
        </dgm:presLayoutVars>
      </dgm:prSet>
      <dgm:spPr/>
    </dgm:pt>
    <dgm:pt modelId="{E611B585-D4D9-4DE3-86D1-A306114F42CE}" type="pres">
      <dgm:prSet presAssocID="{7226DDA8-05DC-4CD1-B7A2-ED1EF71C8FCE}" presName="parentLin" presStyleCnt="0"/>
      <dgm:spPr/>
    </dgm:pt>
    <dgm:pt modelId="{7F120424-F5CD-4905-95BE-F80658B33600}" type="pres">
      <dgm:prSet presAssocID="{7226DDA8-05DC-4CD1-B7A2-ED1EF71C8FCE}" presName="parentLeftMargin" presStyleLbl="node1" presStyleIdx="0" presStyleCnt="5"/>
      <dgm:spPr/>
    </dgm:pt>
    <dgm:pt modelId="{60746265-62C6-4276-BFFB-4B38352B3A02}" type="pres">
      <dgm:prSet presAssocID="{7226DDA8-05DC-4CD1-B7A2-ED1EF71C8FC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EF38C49-EDC4-4AFD-8B5E-878B7CE68D69}" type="pres">
      <dgm:prSet presAssocID="{7226DDA8-05DC-4CD1-B7A2-ED1EF71C8FCE}" presName="negativeSpace" presStyleCnt="0"/>
      <dgm:spPr/>
    </dgm:pt>
    <dgm:pt modelId="{3E495BAF-7B98-4004-BC39-EF9E02FC8C83}" type="pres">
      <dgm:prSet presAssocID="{7226DDA8-05DC-4CD1-B7A2-ED1EF71C8FCE}" presName="childText" presStyleLbl="conFgAcc1" presStyleIdx="0" presStyleCnt="5">
        <dgm:presLayoutVars>
          <dgm:bulletEnabled val="1"/>
        </dgm:presLayoutVars>
      </dgm:prSet>
      <dgm:spPr/>
    </dgm:pt>
    <dgm:pt modelId="{379079AE-4428-494F-BF5E-6B79ACBD58AF}" type="pres">
      <dgm:prSet presAssocID="{CCA26023-F9C2-49F2-BE60-F19EE2E05658}" presName="spaceBetweenRectangles" presStyleCnt="0"/>
      <dgm:spPr/>
    </dgm:pt>
    <dgm:pt modelId="{400498EA-DB49-4E3C-9C6A-C6041CEE0306}" type="pres">
      <dgm:prSet presAssocID="{17DD39C6-4124-4308-AEAC-1F74BFA5B694}" presName="parentLin" presStyleCnt="0"/>
      <dgm:spPr/>
    </dgm:pt>
    <dgm:pt modelId="{D4A79B86-67FD-42FB-8E55-C51F80CB7EB1}" type="pres">
      <dgm:prSet presAssocID="{17DD39C6-4124-4308-AEAC-1F74BFA5B694}" presName="parentLeftMargin" presStyleLbl="node1" presStyleIdx="0" presStyleCnt="5"/>
      <dgm:spPr/>
    </dgm:pt>
    <dgm:pt modelId="{445C1C47-0568-4F2A-BAEC-20756ADE1B06}" type="pres">
      <dgm:prSet presAssocID="{17DD39C6-4124-4308-AEAC-1F74BFA5B69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AB6BB24-2730-42AD-AD86-D7B27DFA0115}" type="pres">
      <dgm:prSet presAssocID="{17DD39C6-4124-4308-AEAC-1F74BFA5B694}" presName="negativeSpace" presStyleCnt="0"/>
      <dgm:spPr/>
    </dgm:pt>
    <dgm:pt modelId="{6DC396B1-DCBB-48E4-8E71-B6C22B5B6ABC}" type="pres">
      <dgm:prSet presAssocID="{17DD39C6-4124-4308-AEAC-1F74BFA5B694}" presName="childText" presStyleLbl="conFgAcc1" presStyleIdx="1" presStyleCnt="5">
        <dgm:presLayoutVars>
          <dgm:bulletEnabled val="1"/>
        </dgm:presLayoutVars>
      </dgm:prSet>
      <dgm:spPr/>
    </dgm:pt>
    <dgm:pt modelId="{C34C6698-B78D-49FA-9AA9-3F26A94DD259}" type="pres">
      <dgm:prSet presAssocID="{3B2BC88B-0DC6-4D52-9192-36460E87A616}" presName="spaceBetweenRectangles" presStyleCnt="0"/>
      <dgm:spPr/>
    </dgm:pt>
    <dgm:pt modelId="{18F174F1-6B4C-47D0-8FD2-896F5055E0AC}" type="pres">
      <dgm:prSet presAssocID="{5D1A567A-DE09-4B8A-8C76-68EDA3DF4049}" presName="parentLin" presStyleCnt="0"/>
      <dgm:spPr/>
    </dgm:pt>
    <dgm:pt modelId="{A49D653C-E57E-4836-AE7D-9236A81EC67E}" type="pres">
      <dgm:prSet presAssocID="{5D1A567A-DE09-4B8A-8C76-68EDA3DF4049}" presName="parentLeftMargin" presStyleLbl="node1" presStyleIdx="1" presStyleCnt="5"/>
      <dgm:spPr/>
    </dgm:pt>
    <dgm:pt modelId="{8CD1B113-8B2B-49C9-8C58-4304CB759C37}" type="pres">
      <dgm:prSet presAssocID="{5D1A567A-DE09-4B8A-8C76-68EDA3DF404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6EFBCBB-2DEF-49C0-8A1F-F34511CA2B5B}" type="pres">
      <dgm:prSet presAssocID="{5D1A567A-DE09-4B8A-8C76-68EDA3DF4049}" presName="negativeSpace" presStyleCnt="0"/>
      <dgm:spPr/>
    </dgm:pt>
    <dgm:pt modelId="{05E817A8-04EC-4663-B13B-9FC3EA74E849}" type="pres">
      <dgm:prSet presAssocID="{5D1A567A-DE09-4B8A-8C76-68EDA3DF4049}" presName="childText" presStyleLbl="conFgAcc1" presStyleIdx="2" presStyleCnt="5">
        <dgm:presLayoutVars>
          <dgm:bulletEnabled val="1"/>
        </dgm:presLayoutVars>
      </dgm:prSet>
      <dgm:spPr/>
    </dgm:pt>
    <dgm:pt modelId="{B9F4E0D1-C84C-4F92-9ED4-BED1F888492F}" type="pres">
      <dgm:prSet presAssocID="{EB350D93-13A5-47A5-AED9-3BA55A8CC460}" presName="spaceBetweenRectangles" presStyleCnt="0"/>
      <dgm:spPr/>
    </dgm:pt>
    <dgm:pt modelId="{AA6A0AAC-7AC1-4D91-BDC7-210EA5B1B8F9}" type="pres">
      <dgm:prSet presAssocID="{BF878408-B60D-47DC-A73C-520EA2DADFAA}" presName="parentLin" presStyleCnt="0"/>
      <dgm:spPr/>
    </dgm:pt>
    <dgm:pt modelId="{9506D1F4-6BA6-4215-BB9D-4EADCAAC5ABF}" type="pres">
      <dgm:prSet presAssocID="{BF878408-B60D-47DC-A73C-520EA2DADFAA}" presName="parentLeftMargin" presStyleLbl="node1" presStyleIdx="2" presStyleCnt="5"/>
      <dgm:spPr/>
    </dgm:pt>
    <dgm:pt modelId="{93194D1F-9172-47C3-B221-3A308D967DD6}" type="pres">
      <dgm:prSet presAssocID="{BF878408-B60D-47DC-A73C-520EA2DADFA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9C3B68F-43CB-40A5-AAB6-27C51F40CB88}" type="pres">
      <dgm:prSet presAssocID="{BF878408-B60D-47DC-A73C-520EA2DADFAA}" presName="negativeSpace" presStyleCnt="0"/>
      <dgm:spPr/>
    </dgm:pt>
    <dgm:pt modelId="{D4677426-193A-4B8E-AF79-F3F5C6A9067D}" type="pres">
      <dgm:prSet presAssocID="{BF878408-B60D-47DC-A73C-520EA2DADFAA}" presName="childText" presStyleLbl="conFgAcc1" presStyleIdx="3" presStyleCnt="5">
        <dgm:presLayoutVars>
          <dgm:bulletEnabled val="1"/>
        </dgm:presLayoutVars>
      </dgm:prSet>
      <dgm:spPr/>
    </dgm:pt>
    <dgm:pt modelId="{446E87D0-58EA-4813-B38D-3E48F1BBD947}" type="pres">
      <dgm:prSet presAssocID="{E72420E4-81C9-4E3F-B993-5BFC055A4C0A}" presName="spaceBetweenRectangles" presStyleCnt="0"/>
      <dgm:spPr/>
    </dgm:pt>
    <dgm:pt modelId="{F8ACF8E2-9749-4441-B703-D9CC69CC7437}" type="pres">
      <dgm:prSet presAssocID="{CBCC61CD-6F18-482E-ADFE-8B6B707AFF78}" presName="parentLin" presStyleCnt="0"/>
      <dgm:spPr/>
    </dgm:pt>
    <dgm:pt modelId="{8F5BEE19-83F4-4459-A57F-16D437B2E944}" type="pres">
      <dgm:prSet presAssocID="{CBCC61CD-6F18-482E-ADFE-8B6B707AFF78}" presName="parentLeftMargin" presStyleLbl="node1" presStyleIdx="3" presStyleCnt="5"/>
      <dgm:spPr/>
    </dgm:pt>
    <dgm:pt modelId="{0573DB8D-DE97-4B65-8926-AA25924A5ECF}" type="pres">
      <dgm:prSet presAssocID="{CBCC61CD-6F18-482E-ADFE-8B6B707AFF78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4CE7C433-0927-4801-A064-AD937D57DAF7}" type="pres">
      <dgm:prSet presAssocID="{CBCC61CD-6F18-482E-ADFE-8B6B707AFF78}" presName="negativeSpace" presStyleCnt="0"/>
      <dgm:spPr/>
    </dgm:pt>
    <dgm:pt modelId="{55E29FAF-829B-4939-8E8F-DAB95B6699B5}" type="pres">
      <dgm:prSet presAssocID="{CBCC61CD-6F18-482E-ADFE-8B6B707AFF78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418D9318-244B-4802-A365-129875F47F2B}" type="presOf" srcId="{CBCC61CD-6F18-482E-ADFE-8B6B707AFF78}" destId="{0573DB8D-DE97-4B65-8926-AA25924A5ECF}" srcOrd="1" destOrd="0" presId="urn:microsoft.com/office/officeart/2005/8/layout/list1"/>
    <dgm:cxn modelId="{1E10E45F-13ED-4987-B29E-A47059449021}" type="presOf" srcId="{5D1A567A-DE09-4B8A-8C76-68EDA3DF4049}" destId="{A49D653C-E57E-4836-AE7D-9236A81EC67E}" srcOrd="0" destOrd="0" presId="urn:microsoft.com/office/officeart/2005/8/layout/list1"/>
    <dgm:cxn modelId="{AB196986-DF95-4E1E-B8D2-44CCFB034C35}" type="presOf" srcId="{0C57EE43-991B-4A98-BB6E-386307CF8829}" destId="{55010635-5E3B-4B17-9C4E-334696931E52}" srcOrd="0" destOrd="0" presId="urn:microsoft.com/office/officeart/2005/8/layout/list1"/>
    <dgm:cxn modelId="{EF0D4F86-A17B-45FE-9562-5EC93DAEFF91}" type="presOf" srcId="{7226DDA8-05DC-4CD1-B7A2-ED1EF71C8FCE}" destId="{7F120424-F5CD-4905-95BE-F80658B33600}" srcOrd="0" destOrd="0" presId="urn:microsoft.com/office/officeart/2005/8/layout/list1"/>
    <dgm:cxn modelId="{89339B86-CDC8-46E2-B4A0-43A910A5DEAC}" type="presOf" srcId="{17DD39C6-4124-4308-AEAC-1F74BFA5B694}" destId="{D4A79B86-67FD-42FB-8E55-C51F80CB7EB1}" srcOrd="0" destOrd="0" presId="urn:microsoft.com/office/officeart/2005/8/layout/list1"/>
    <dgm:cxn modelId="{81DD7388-90DC-49EB-87A9-6B3A46DBAEBE}" type="presOf" srcId="{7226DDA8-05DC-4CD1-B7A2-ED1EF71C8FCE}" destId="{60746265-62C6-4276-BFFB-4B38352B3A02}" srcOrd="1" destOrd="0" presId="urn:microsoft.com/office/officeart/2005/8/layout/list1"/>
    <dgm:cxn modelId="{DC297A8F-209A-4CAA-9A35-AA06B48CF5A1}" srcId="{0C57EE43-991B-4A98-BB6E-386307CF8829}" destId="{7226DDA8-05DC-4CD1-B7A2-ED1EF71C8FCE}" srcOrd="0" destOrd="0" parTransId="{984FBCC6-8034-4C93-A83F-0FB5FF6621AD}" sibTransId="{CCA26023-F9C2-49F2-BE60-F19EE2E05658}"/>
    <dgm:cxn modelId="{43726E93-030D-414F-977C-7C37FDAC26B4}" srcId="{0C57EE43-991B-4A98-BB6E-386307CF8829}" destId="{5D1A567A-DE09-4B8A-8C76-68EDA3DF4049}" srcOrd="2" destOrd="0" parTransId="{C8362F15-93C9-4B4A-A963-CBD22006FFCD}" sibTransId="{EB350D93-13A5-47A5-AED9-3BA55A8CC460}"/>
    <dgm:cxn modelId="{58E7E39F-6CDD-4848-BE5F-B8C65CCA2CCA}" srcId="{0C57EE43-991B-4A98-BB6E-386307CF8829}" destId="{17DD39C6-4124-4308-AEAC-1F74BFA5B694}" srcOrd="1" destOrd="0" parTransId="{666EFFE1-2E9F-4FBF-996C-7F3BE4944C9A}" sibTransId="{3B2BC88B-0DC6-4D52-9192-36460E87A616}"/>
    <dgm:cxn modelId="{A05AC1B4-AE07-43CF-8709-508BB43FE700}" type="presOf" srcId="{17DD39C6-4124-4308-AEAC-1F74BFA5B694}" destId="{445C1C47-0568-4F2A-BAEC-20756ADE1B06}" srcOrd="1" destOrd="0" presId="urn:microsoft.com/office/officeart/2005/8/layout/list1"/>
    <dgm:cxn modelId="{69CFFBD6-AA26-48C4-A14F-44BE2567485D}" type="presOf" srcId="{CBCC61CD-6F18-482E-ADFE-8B6B707AFF78}" destId="{8F5BEE19-83F4-4459-A57F-16D437B2E944}" srcOrd="0" destOrd="0" presId="urn:microsoft.com/office/officeart/2005/8/layout/list1"/>
    <dgm:cxn modelId="{AF22E2E1-CC73-4DAD-906C-3D4EFADC918F}" type="presOf" srcId="{BF878408-B60D-47DC-A73C-520EA2DADFAA}" destId="{93194D1F-9172-47C3-B221-3A308D967DD6}" srcOrd="1" destOrd="0" presId="urn:microsoft.com/office/officeart/2005/8/layout/list1"/>
    <dgm:cxn modelId="{18D7D8E2-448B-4561-BD9C-AE69928CC62B}" type="presOf" srcId="{5D1A567A-DE09-4B8A-8C76-68EDA3DF4049}" destId="{8CD1B113-8B2B-49C9-8C58-4304CB759C37}" srcOrd="1" destOrd="0" presId="urn:microsoft.com/office/officeart/2005/8/layout/list1"/>
    <dgm:cxn modelId="{A689F4EA-51C8-45B0-9BB3-89EB0845A3BC}" type="presOf" srcId="{BF878408-B60D-47DC-A73C-520EA2DADFAA}" destId="{9506D1F4-6BA6-4215-BB9D-4EADCAAC5ABF}" srcOrd="0" destOrd="0" presId="urn:microsoft.com/office/officeart/2005/8/layout/list1"/>
    <dgm:cxn modelId="{B65DAEEB-BF62-4271-B978-C028667DD4F9}" srcId="{0C57EE43-991B-4A98-BB6E-386307CF8829}" destId="{CBCC61CD-6F18-482E-ADFE-8B6B707AFF78}" srcOrd="4" destOrd="0" parTransId="{04EFE6EA-7522-4979-B398-09DF2CDB8312}" sibTransId="{0ECF5BA3-0C91-4C20-B74E-D660E6F4C086}"/>
    <dgm:cxn modelId="{A8C373FE-7573-4DCE-9C03-4DF6B9BB4836}" srcId="{0C57EE43-991B-4A98-BB6E-386307CF8829}" destId="{BF878408-B60D-47DC-A73C-520EA2DADFAA}" srcOrd="3" destOrd="0" parTransId="{5BA9B8A7-E56D-4783-977B-09A25EF8165E}" sibTransId="{E72420E4-81C9-4E3F-B993-5BFC055A4C0A}"/>
    <dgm:cxn modelId="{CA002AA9-0949-4EBF-B636-F3382901B6BA}" type="presParOf" srcId="{55010635-5E3B-4B17-9C4E-334696931E52}" destId="{E611B585-D4D9-4DE3-86D1-A306114F42CE}" srcOrd="0" destOrd="0" presId="urn:microsoft.com/office/officeart/2005/8/layout/list1"/>
    <dgm:cxn modelId="{98E3C353-6A40-4CB1-98BD-BE09FC6E0AAB}" type="presParOf" srcId="{E611B585-D4D9-4DE3-86D1-A306114F42CE}" destId="{7F120424-F5CD-4905-95BE-F80658B33600}" srcOrd="0" destOrd="0" presId="urn:microsoft.com/office/officeart/2005/8/layout/list1"/>
    <dgm:cxn modelId="{0D7E6059-1B61-4CB0-943E-FFB3E7159048}" type="presParOf" srcId="{E611B585-D4D9-4DE3-86D1-A306114F42CE}" destId="{60746265-62C6-4276-BFFB-4B38352B3A02}" srcOrd="1" destOrd="0" presId="urn:microsoft.com/office/officeart/2005/8/layout/list1"/>
    <dgm:cxn modelId="{B745D82B-A5C9-4BAE-A118-8D3658B3D111}" type="presParOf" srcId="{55010635-5E3B-4B17-9C4E-334696931E52}" destId="{CEF38C49-EDC4-4AFD-8B5E-878B7CE68D69}" srcOrd="1" destOrd="0" presId="urn:microsoft.com/office/officeart/2005/8/layout/list1"/>
    <dgm:cxn modelId="{243DE3C8-C985-4462-BA75-944A7DD44964}" type="presParOf" srcId="{55010635-5E3B-4B17-9C4E-334696931E52}" destId="{3E495BAF-7B98-4004-BC39-EF9E02FC8C83}" srcOrd="2" destOrd="0" presId="urn:microsoft.com/office/officeart/2005/8/layout/list1"/>
    <dgm:cxn modelId="{AB434D8A-4ABF-40C0-8D6B-FD09B46FB1C8}" type="presParOf" srcId="{55010635-5E3B-4B17-9C4E-334696931E52}" destId="{379079AE-4428-494F-BF5E-6B79ACBD58AF}" srcOrd="3" destOrd="0" presId="urn:microsoft.com/office/officeart/2005/8/layout/list1"/>
    <dgm:cxn modelId="{2B2BF102-BABC-4867-9119-C0F43FFDFCA4}" type="presParOf" srcId="{55010635-5E3B-4B17-9C4E-334696931E52}" destId="{400498EA-DB49-4E3C-9C6A-C6041CEE0306}" srcOrd="4" destOrd="0" presId="urn:microsoft.com/office/officeart/2005/8/layout/list1"/>
    <dgm:cxn modelId="{6815E0F6-6F33-45A3-83A0-AE5AF8195567}" type="presParOf" srcId="{400498EA-DB49-4E3C-9C6A-C6041CEE0306}" destId="{D4A79B86-67FD-42FB-8E55-C51F80CB7EB1}" srcOrd="0" destOrd="0" presId="urn:microsoft.com/office/officeart/2005/8/layout/list1"/>
    <dgm:cxn modelId="{36B7F715-9A6D-4F7A-838B-F9C0CFD95A64}" type="presParOf" srcId="{400498EA-DB49-4E3C-9C6A-C6041CEE0306}" destId="{445C1C47-0568-4F2A-BAEC-20756ADE1B06}" srcOrd="1" destOrd="0" presId="urn:microsoft.com/office/officeart/2005/8/layout/list1"/>
    <dgm:cxn modelId="{B3A43A4B-04AE-4D3E-936B-3CC705C84A50}" type="presParOf" srcId="{55010635-5E3B-4B17-9C4E-334696931E52}" destId="{AAB6BB24-2730-42AD-AD86-D7B27DFA0115}" srcOrd="5" destOrd="0" presId="urn:microsoft.com/office/officeart/2005/8/layout/list1"/>
    <dgm:cxn modelId="{90E113D4-2B9F-42A1-8B28-4D64D47EB20A}" type="presParOf" srcId="{55010635-5E3B-4B17-9C4E-334696931E52}" destId="{6DC396B1-DCBB-48E4-8E71-B6C22B5B6ABC}" srcOrd="6" destOrd="0" presId="urn:microsoft.com/office/officeart/2005/8/layout/list1"/>
    <dgm:cxn modelId="{9B238F81-3553-4B8D-8B74-F0593B2092A9}" type="presParOf" srcId="{55010635-5E3B-4B17-9C4E-334696931E52}" destId="{C34C6698-B78D-49FA-9AA9-3F26A94DD259}" srcOrd="7" destOrd="0" presId="urn:microsoft.com/office/officeart/2005/8/layout/list1"/>
    <dgm:cxn modelId="{F9B49A8E-90D6-4616-847B-BD16C2B78C47}" type="presParOf" srcId="{55010635-5E3B-4B17-9C4E-334696931E52}" destId="{18F174F1-6B4C-47D0-8FD2-896F5055E0AC}" srcOrd="8" destOrd="0" presId="urn:microsoft.com/office/officeart/2005/8/layout/list1"/>
    <dgm:cxn modelId="{1CBE2365-90F3-42E7-BF6C-C7372DF319DE}" type="presParOf" srcId="{18F174F1-6B4C-47D0-8FD2-896F5055E0AC}" destId="{A49D653C-E57E-4836-AE7D-9236A81EC67E}" srcOrd="0" destOrd="0" presId="urn:microsoft.com/office/officeart/2005/8/layout/list1"/>
    <dgm:cxn modelId="{9F95ACBC-07D3-4AFC-92F6-19ADDA41D89B}" type="presParOf" srcId="{18F174F1-6B4C-47D0-8FD2-896F5055E0AC}" destId="{8CD1B113-8B2B-49C9-8C58-4304CB759C37}" srcOrd="1" destOrd="0" presId="urn:microsoft.com/office/officeart/2005/8/layout/list1"/>
    <dgm:cxn modelId="{0D3AB513-A845-46A6-858D-492F206143D4}" type="presParOf" srcId="{55010635-5E3B-4B17-9C4E-334696931E52}" destId="{16EFBCBB-2DEF-49C0-8A1F-F34511CA2B5B}" srcOrd="9" destOrd="0" presId="urn:microsoft.com/office/officeart/2005/8/layout/list1"/>
    <dgm:cxn modelId="{EB59B0BF-4A0B-403A-B25D-03FDA344AC87}" type="presParOf" srcId="{55010635-5E3B-4B17-9C4E-334696931E52}" destId="{05E817A8-04EC-4663-B13B-9FC3EA74E849}" srcOrd="10" destOrd="0" presId="urn:microsoft.com/office/officeart/2005/8/layout/list1"/>
    <dgm:cxn modelId="{FA0E8C1A-0D73-4058-B2ED-DAE1A7D938A3}" type="presParOf" srcId="{55010635-5E3B-4B17-9C4E-334696931E52}" destId="{B9F4E0D1-C84C-4F92-9ED4-BED1F888492F}" srcOrd="11" destOrd="0" presId="urn:microsoft.com/office/officeart/2005/8/layout/list1"/>
    <dgm:cxn modelId="{B8A91E3C-801A-47FA-9065-EA78982E8285}" type="presParOf" srcId="{55010635-5E3B-4B17-9C4E-334696931E52}" destId="{AA6A0AAC-7AC1-4D91-BDC7-210EA5B1B8F9}" srcOrd="12" destOrd="0" presId="urn:microsoft.com/office/officeart/2005/8/layout/list1"/>
    <dgm:cxn modelId="{0D917B50-EDB0-45AD-A713-1080D1348D19}" type="presParOf" srcId="{AA6A0AAC-7AC1-4D91-BDC7-210EA5B1B8F9}" destId="{9506D1F4-6BA6-4215-BB9D-4EADCAAC5ABF}" srcOrd="0" destOrd="0" presId="urn:microsoft.com/office/officeart/2005/8/layout/list1"/>
    <dgm:cxn modelId="{517C8CC4-E853-4B0C-A2ED-809E9D6EE5C2}" type="presParOf" srcId="{AA6A0AAC-7AC1-4D91-BDC7-210EA5B1B8F9}" destId="{93194D1F-9172-47C3-B221-3A308D967DD6}" srcOrd="1" destOrd="0" presId="urn:microsoft.com/office/officeart/2005/8/layout/list1"/>
    <dgm:cxn modelId="{98ED4578-FE40-4162-BC8D-B6DB0AD79B5A}" type="presParOf" srcId="{55010635-5E3B-4B17-9C4E-334696931E52}" destId="{79C3B68F-43CB-40A5-AAB6-27C51F40CB88}" srcOrd="13" destOrd="0" presId="urn:microsoft.com/office/officeart/2005/8/layout/list1"/>
    <dgm:cxn modelId="{D2A05A7E-EA11-4DD0-AF23-5A1F2AB0FD83}" type="presParOf" srcId="{55010635-5E3B-4B17-9C4E-334696931E52}" destId="{D4677426-193A-4B8E-AF79-F3F5C6A9067D}" srcOrd="14" destOrd="0" presId="urn:microsoft.com/office/officeart/2005/8/layout/list1"/>
    <dgm:cxn modelId="{F0925BC0-E001-4CF7-8C05-49996CA22F32}" type="presParOf" srcId="{55010635-5E3B-4B17-9C4E-334696931E52}" destId="{446E87D0-58EA-4813-B38D-3E48F1BBD947}" srcOrd="15" destOrd="0" presId="urn:microsoft.com/office/officeart/2005/8/layout/list1"/>
    <dgm:cxn modelId="{0D9DB52F-E851-4EA0-86EE-5C12DDF6D2AC}" type="presParOf" srcId="{55010635-5E3B-4B17-9C4E-334696931E52}" destId="{F8ACF8E2-9749-4441-B703-D9CC69CC7437}" srcOrd="16" destOrd="0" presId="urn:microsoft.com/office/officeart/2005/8/layout/list1"/>
    <dgm:cxn modelId="{FB1D2BFF-D3F1-4332-AF8F-A71D0AF4085F}" type="presParOf" srcId="{F8ACF8E2-9749-4441-B703-D9CC69CC7437}" destId="{8F5BEE19-83F4-4459-A57F-16D437B2E944}" srcOrd="0" destOrd="0" presId="urn:microsoft.com/office/officeart/2005/8/layout/list1"/>
    <dgm:cxn modelId="{D51422C4-D395-45A9-BD6E-F7B82951CD10}" type="presParOf" srcId="{F8ACF8E2-9749-4441-B703-D9CC69CC7437}" destId="{0573DB8D-DE97-4B65-8926-AA25924A5ECF}" srcOrd="1" destOrd="0" presId="urn:microsoft.com/office/officeart/2005/8/layout/list1"/>
    <dgm:cxn modelId="{A7FB3BD2-1E7F-4B8F-B427-3F73008C012C}" type="presParOf" srcId="{55010635-5E3B-4B17-9C4E-334696931E52}" destId="{4CE7C433-0927-4801-A064-AD937D57DAF7}" srcOrd="17" destOrd="0" presId="urn:microsoft.com/office/officeart/2005/8/layout/list1"/>
    <dgm:cxn modelId="{D0BC46FA-15EE-49F6-9DA7-8DCAC94F5BD3}" type="presParOf" srcId="{55010635-5E3B-4B17-9C4E-334696931E52}" destId="{55E29FAF-829B-4939-8E8F-DAB95B6699B5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9A0347A-2C77-4F91-A51E-007420EBC64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7F74B7AC-6164-481C-8D03-2A1E370B098A}">
      <dgm:prSet/>
      <dgm:spPr/>
      <dgm:t>
        <a:bodyPr/>
        <a:lstStyle/>
        <a:p>
          <a:r>
            <a:rPr lang="en-US"/>
            <a:t>FAT, FAT16, FAT32, exFAT</a:t>
          </a:r>
        </a:p>
      </dgm:t>
    </dgm:pt>
    <dgm:pt modelId="{C8EF15FE-2FBB-4F15-81BC-C91F3F45E866}" type="parTrans" cxnId="{37192E12-35EA-468D-B85C-8BD3EAB997A3}">
      <dgm:prSet/>
      <dgm:spPr/>
      <dgm:t>
        <a:bodyPr/>
        <a:lstStyle/>
        <a:p>
          <a:endParaRPr lang="en-US"/>
        </a:p>
      </dgm:t>
    </dgm:pt>
    <dgm:pt modelId="{26A89788-50F6-42F4-8B04-A07CFCE8E635}" type="sibTrans" cxnId="{37192E12-35EA-468D-B85C-8BD3EAB997A3}">
      <dgm:prSet/>
      <dgm:spPr/>
      <dgm:t>
        <a:bodyPr/>
        <a:lstStyle/>
        <a:p>
          <a:endParaRPr lang="en-US"/>
        </a:p>
      </dgm:t>
    </dgm:pt>
    <dgm:pt modelId="{5C72DADF-BA42-47EE-BF77-42170EE23EA6}">
      <dgm:prSet/>
      <dgm:spPr/>
      <dgm:t>
        <a:bodyPr/>
        <a:lstStyle/>
        <a:p>
          <a:r>
            <a:rPr lang="en-US"/>
            <a:t>8.3 or 255 character filename</a:t>
          </a:r>
        </a:p>
      </dgm:t>
    </dgm:pt>
    <dgm:pt modelId="{84F3790B-5979-49EB-91ED-38D28DE35E0B}" type="parTrans" cxnId="{19958C38-4BE9-4FD7-AA63-C257830C44F3}">
      <dgm:prSet/>
      <dgm:spPr/>
      <dgm:t>
        <a:bodyPr/>
        <a:lstStyle/>
        <a:p>
          <a:endParaRPr lang="en-US"/>
        </a:p>
      </dgm:t>
    </dgm:pt>
    <dgm:pt modelId="{388CE98A-8726-42D2-81AA-4774F2C49296}" type="sibTrans" cxnId="{19958C38-4BE9-4FD7-AA63-C257830C44F3}">
      <dgm:prSet/>
      <dgm:spPr/>
      <dgm:t>
        <a:bodyPr/>
        <a:lstStyle/>
        <a:p>
          <a:endParaRPr lang="en-US"/>
        </a:p>
      </dgm:t>
    </dgm:pt>
    <dgm:pt modelId="{EB500FFD-4429-4C11-B071-3F63B5CA7BCD}">
      <dgm:prSet/>
      <dgm:spPr/>
      <dgm:t>
        <a:bodyPr/>
        <a:lstStyle/>
        <a:p>
          <a:r>
            <a:rPr lang="en-US"/>
            <a:t>Current wide-used : FAT32 &amp; exFAT</a:t>
          </a:r>
        </a:p>
      </dgm:t>
    </dgm:pt>
    <dgm:pt modelId="{DDE7A515-D574-4B79-823F-9DD815A65319}" type="parTrans" cxnId="{5E34316B-0467-4C3E-A711-0D128C08DA12}">
      <dgm:prSet/>
      <dgm:spPr/>
      <dgm:t>
        <a:bodyPr/>
        <a:lstStyle/>
        <a:p>
          <a:endParaRPr lang="en-US"/>
        </a:p>
      </dgm:t>
    </dgm:pt>
    <dgm:pt modelId="{E1AF953B-9530-4BE6-98D6-26D4A321663C}" type="sibTrans" cxnId="{5E34316B-0467-4C3E-A711-0D128C08DA12}">
      <dgm:prSet/>
      <dgm:spPr/>
      <dgm:t>
        <a:bodyPr/>
        <a:lstStyle/>
        <a:p>
          <a:endParaRPr lang="en-US"/>
        </a:p>
      </dgm:t>
    </dgm:pt>
    <dgm:pt modelId="{C79EE79E-21AE-4A71-B42D-5FBD43A7E18D}">
      <dgm:prSet/>
      <dgm:spPr/>
      <dgm:t>
        <a:bodyPr/>
        <a:lstStyle/>
        <a:p>
          <a:r>
            <a:rPr lang="en-US"/>
            <a:t>exFAT intended for external storage usage</a:t>
          </a:r>
        </a:p>
      </dgm:t>
    </dgm:pt>
    <dgm:pt modelId="{72B3E169-AD93-4236-AD7D-DE1F39AADE50}" type="parTrans" cxnId="{F96CD792-1824-4929-B877-4051B20563F2}">
      <dgm:prSet/>
      <dgm:spPr/>
      <dgm:t>
        <a:bodyPr/>
        <a:lstStyle/>
        <a:p>
          <a:endParaRPr lang="en-US"/>
        </a:p>
      </dgm:t>
    </dgm:pt>
    <dgm:pt modelId="{A2BD678D-B0BF-42BA-A873-D37F43110559}" type="sibTrans" cxnId="{F96CD792-1824-4929-B877-4051B20563F2}">
      <dgm:prSet/>
      <dgm:spPr/>
      <dgm:t>
        <a:bodyPr/>
        <a:lstStyle/>
        <a:p>
          <a:endParaRPr lang="en-US"/>
        </a:p>
      </dgm:t>
    </dgm:pt>
    <dgm:pt modelId="{8E20FF8B-98A3-46E5-BDB3-CC67C54D56CA}">
      <dgm:prSet/>
      <dgm:spPr/>
      <dgm:t>
        <a:bodyPr/>
        <a:lstStyle/>
        <a:p>
          <a:r>
            <a:rPr lang="en-US"/>
            <a:t>Max File Size :</a:t>
          </a:r>
        </a:p>
      </dgm:t>
    </dgm:pt>
    <dgm:pt modelId="{82E4250E-F550-4553-A93E-E626A44FC9FC}" type="parTrans" cxnId="{1D7E0F9B-A0A8-469F-8AF1-04E827C47516}">
      <dgm:prSet/>
      <dgm:spPr/>
      <dgm:t>
        <a:bodyPr/>
        <a:lstStyle/>
        <a:p>
          <a:endParaRPr lang="en-US"/>
        </a:p>
      </dgm:t>
    </dgm:pt>
    <dgm:pt modelId="{2FA5E638-CA47-43E5-B271-375D5F4DCC69}" type="sibTrans" cxnId="{1D7E0F9B-A0A8-469F-8AF1-04E827C47516}">
      <dgm:prSet/>
      <dgm:spPr/>
      <dgm:t>
        <a:bodyPr/>
        <a:lstStyle/>
        <a:p>
          <a:endParaRPr lang="en-US"/>
        </a:p>
      </dgm:t>
    </dgm:pt>
    <dgm:pt modelId="{E39F410A-4B20-4001-AEA4-DCA597BE12B5}">
      <dgm:prSet/>
      <dgm:spPr/>
      <dgm:t>
        <a:bodyPr/>
        <a:lstStyle/>
        <a:p>
          <a:r>
            <a:rPr lang="en-US"/>
            <a:t>4GB (FAT32)</a:t>
          </a:r>
        </a:p>
      </dgm:t>
    </dgm:pt>
    <dgm:pt modelId="{29A1C9F4-AD3B-4D19-B1EC-B54755863909}" type="parTrans" cxnId="{7695AA5F-2C88-4A0B-AA4C-F9DDD68D0910}">
      <dgm:prSet/>
      <dgm:spPr/>
      <dgm:t>
        <a:bodyPr/>
        <a:lstStyle/>
        <a:p>
          <a:endParaRPr lang="en-US"/>
        </a:p>
      </dgm:t>
    </dgm:pt>
    <dgm:pt modelId="{A57A01C9-E85B-4F88-AF7D-17318555ED2E}" type="sibTrans" cxnId="{7695AA5F-2C88-4A0B-AA4C-F9DDD68D0910}">
      <dgm:prSet/>
      <dgm:spPr/>
      <dgm:t>
        <a:bodyPr/>
        <a:lstStyle/>
        <a:p>
          <a:endParaRPr lang="en-US"/>
        </a:p>
      </dgm:t>
    </dgm:pt>
    <dgm:pt modelId="{2C7212E2-A6E5-4BBD-8170-B24DC1C26131}">
      <dgm:prSet/>
      <dgm:spPr/>
      <dgm:t>
        <a:bodyPr/>
        <a:lstStyle/>
        <a:p>
          <a:r>
            <a:rPr lang="en-US"/>
            <a:t>128 PB (exFAT)</a:t>
          </a:r>
        </a:p>
      </dgm:t>
    </dgm:pt>
    <dgm:pt modelId="{23804528-8FCE-4DB8-826B-DBFA25150F8A}" type="parTrans" cxnId="{B248760A-A5BA-4EB8-814C-80B7E5102B19}">
      <dgm:prSet/>
      <dgm:spPr/>
      <dgm:t>
        <a:bodyPr/>
        <a:lstStyle/>
        <a:p>
          <a:endParaRPr lang="en-US"/>
        </a:p>
      </dgm:t>
    </dgm:pt>
    <dgm:pt modelId="{56AD1043-6EB6-4B75-A3AE-A1C81AF4B0E3}" type="sibTrans" cxnId="{B248760A-A5BA-4EB8-814C-80B7E5102B19}">
      <dgm:prSet/>
      <dgm:spPr/>
      <dgm:t>
        <a:bodyPr/>
        <a:lstStyle/>
        <a:p>
          <a:endParaRPr lang="en-US"/>
        </a:p>
      </dgm:t>
    </dgm:pt>
    <dgm:pt modelId="{C072C887-4DAF-4D48-B3C6-E0E499F15940}">
      <dgm:prSet/>
      <dgm:spPr/>
      <dgm:t>
        <a:bodyPr/>
        <a:lstStyle/>
        <a:p>
          <a:r>
            <a:rPr lang="en-US"/>
            <a:t>Max Volume Size :</a:t>
          </a:r>
        </a:p>
      </dgm:t>
    </dgm:pt>
    <dgm:pt modelId="{99C1BBD9-9804-49D4-A6F9-6DDD7F23F941}" type="parTrans" cxnId="{191D5445-8E19-4D56-84B8-16634ADCAE9D}">
      <dgm:prSet/>
      <dgm:spPr/>
      <dgm:t>
        <a:bodyPr/>
        <a:lstStyle/>
        <a:p>
          <a:endParaRPr lang="en-US"/>
        </a:p>
      </dgm:t>
    </dgm:pt>
    <dgm:pt modelId="{F0AE0E93-2399-4EB0-81F5-8CECD1732C42}" type="sibTrans" cxnId="{191D5445-8E19-4D56-84B8-16634ADCAE9D}">
      <dgm:prSet/>
      <dgm:spPr/>
      <dgm:t>
        <a:bodyPr/>
        <a:lstStyle/>
        <a:p>
          <a:endParaRPr lang="en-US"/>
        </a:p>
      </dgm:t>
    </dgm:pt>
    <dgm:pt modelId="{659A06E4-481B-4D4A-8A75-59DA074A9A23}">
      <dgm:prSet/>
      <dgm:spPr/>
      <dgm:t>
        <a:bodyPr/>
        <a:lstStyle/>
        <a:p>
          <a:r>
            <a:rPr lang="en-US"/>
            <a:t>2TB – 16TB (FAT32)</a:t>
          </a:r>
        </a:p>
      </dgm:t>
    </dgm:pt>
    <dgm:pt modelId="{043A8F0C-E56C-43D6-9F0F-492CD33D479D}" type="parTrans" cxnId="{FD258282-FB4A-49D7-B027-63A0C5347ACE}">
      <dgm:prSet/>
      <dgm:spPr/>
      <dgm:t>
        <a:bodyPr/>
        <a:lstStyle/>
        <a:p>
          <a:endParaRPr lang="en-US"/>
        </a:p>
      </dgm:t>
    </dgm:pt>
    <dgm:pt modelId="{D41ECE5E-E935-455A-A4A7-F6CD243D4793}" type="sibTrans" cxnId="{FD258282-FB4A-49D7-B027-63A0C5347ACE}">
      <dgm:prSet/>
      <dgm:spPr/>
      <dgm:t>
        <a:bodyPr/>
        <a:lstStyle/>
        <a:p>
          <a:endParaRPr lang="en-US"/>
        </a:p>
      </dgm:t>
    </dgm:pt>
    <dgm:pt modelId="{7D42EEBE-BE69-4BB5-AEE6-6F12A8F56FA5}">
      <dgm:prSet/>
      <dgm:spPr/>
      <dgm:t>
        <a:bodyPr/>
        <a:lstStyle/>
        <a:p>
          <a:r>
            <a:rPr lang="en-US"/>
            <a:t>512TB (exFAT)</a:t>
          </a:r>
        </a:p>
      </dgm:t>
    </dgm:pt>
    <dgm:pt modelId="{B27ED8C6-D668-422E-96D6-63A4783D6341}" type="parTrans" cxnId="{0EE1F29A-433D-4A16-BAA6-5DE9CD2890D5}">
      <dgm:prSet/>
      <dgm:spPr/>
      <dgm:t>
        <a:bodyPr/>
        <a:lstStyle/>
        <a:p>
          <a:endParaRPr lang="en-US"/>
        </a:p>
      </dgm:t>
    </dgm:pt>
    <dgm:pt modelId="{A2C01E61-114C-4EAB-B987-F420A79C9F51}" type="sibTrans" cxnId="{0EE1F29A-433D-4A16-BAA6-5DE9CD2890D5}">
      <dgm:prSet/>
      <dgm:spPr/>
      <dgm:t>
        <a:bodyPr/>
        <a:lstStyle/>
        <a:p>
          <a:endParaRPr lang="en-US"/>
        </a:p>
      </dgm:t>
    </dgm:pt>
    <dgm:pt modelId="{9EDABBE0-0343-49EC-8BA1-7E9090916E99}" type="pres">
      <dgm:prSet presAssocID="{B9A0347A-2C77-4F91-A51E-007420EBC64D}" presName="root" presStyleCnt="0">
        <dgm:presLayoutVars>
          <dgm:dir/>
          <dgm:resizeHandles val="exact"/>
        </dgm:presLayoutVars>
      </dgm:prSet>
      <dgm:spPr/>
    </dgm:pt>
    <dgm:pt modelId="{7C47F2C0-1718-4AEB-BF84-DE2FD0D906A7}" type="pres">
      <dgm:prSet presAssocID="{7F74B7AC-6164-481C-8D03-2A1E370B098A}" presName="compNode" presStyleCnt="0"/>
      <dgm:spPr/>
    </dgm:pt>
    <dgm:pt modelId="{7FCCE522-BF2A-49E6-BDD8-E3A77FE2098F}" type="pres">
      <dgm:prSet presAssocID="{7F74B7AC-6164-481C-8D03-2A1E370B098A}" presName="bgRect" presStyleLbl="bgShp" presStyleIdx="0" presStyleCnt="6"/>
      <dgm:spPr/>
    </dgm:pt>
    <dgm:pt modelId="{F1261C4F-8D48-415A-AF39-0E10DF377089}" type="pres">
      <dgm:prSet presAssocID="{7F74B7AC-6164-481C-8D03-2A1E370B098A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et Up with solid fill"/>
        </a:ext>
      </dgm:extLst>
    </dgm:pt>
    <dgm:pt modelId="{1D8D8A30-4FC0-471F-BFA0-F3E2DBB99405}" type="pres">
      <dgm:prSet presAssocID="{7F74B7AC-6164-481C-8D03-2A1E370B098A}" presName="spaceRect" presStyleCnt="0"/>
      <dgm:spPr/>
    </dgm:pt>
    <dgm:pt modelId="{94C2E208-FC23-4E5B-90CF-D5096D36F9C6}" type="pres">
      <dgm:prSet presAssocID="{7F74B7AC-6164-481C-8D03-2A1E370B098A}" presName="parTx" presStyleLbl="revTx" presStyleIdx="0" presStyleCnt="8">
        <dgm:presLayoutVars>
          <dgm:chMax val="0"/>
          <dgm:chPref val="0"/>
        </dgm:presLayoutVars>
      </dgm:prSet>
      <dgm:spPr/>
    </dgm:pt>
    <dgm:pt modelId="{118B84C6-CAFE-465E-BAF1-79A777DFD599}" type="pres">
      <dgm:prSet presAssocID="{26A89788-50F6-42F4-8B04-A07CFCE8E635}" presName="sibTrans" presStyleCnt="0"/>
      <dgm:spPr/>
    </dgm:pt>
    <dgm:pt modelId="{C9C8B0A3-971B-4FB9-B0D2-13BE1B9A78A1}" type="pres">
      <dgm:prSet presAssocID="{5C72DADF-BA42-47EE-BF77-42170EE23EA6}" presName="compNode" presStyleCnt="0"/>
      <dgm:spPr/>
    </dgm:pt>
    <dgm:pt modelId="{9B45D437-4D14-4F57-9C66-41D0018646EC}" type="pres">
      <dgm:prSet presAssocID="{5C72DADF-BA42-47EE-BF77-42170EE23EA6}" presName="bgRect" presStyleLbl="bgShp" presStyleIdx="1" presStyleCnt="6"/>
      <dgm:spPr/>
    </dgm:pt>
    <dgm:pt modelId="{D44DD6AC-0C52-4EDB-88BC-921C25446600}" type="pres">
      <dgm:prSet presAssocID="{5C72DADF-BA42-47EE-BF77-42170EE23EA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D28DAE41-BAB7-4424-91F3-2926BB079EF1}" type="pres">
      <dgm:prSet presAssocID="{5C72DADF-BA42-47EE-BF77-42170EE23EA6}" presName="spaceRect" presStyleCnt="0"/>
      <dgm:spPr/>
    </dgm:pt>
    <dgm:pt modelId="{99144073-F0F3-4343-A654-9D0E6F787BF0}" type="pres">
      <dgm:prSet presAssocID="{5C72DADF-BA42-47EE-BF77-42170EE23EA6}" presName="parTx" presStyleLbl="revTx" presStyleIdx="1" presStyleCnt="8">
        <dgm:presLayoutVars>
          <dgm:chMax val="0"/>
          <dgm:chPref val="0"/>
        </dgm:presLayoutVars>
      </dgm:prSet>
      <dgm:spPr/>
    </dgm:pt>
    <dgm:pt modelId="{84B6E2BD-9F9F-4A2A-9DD6-26AE921BE941}" type="pres">
      <dgm:prSet presAssocID="{388CE98A-8726-42D2-81AA-4774F2C49296}" presName="sibTrans" presStyleCnt="0"/>
      <dgm:spPr/>
    </dgm:pt>
    <dgm:pt modelId="{EE27219C-CB4E-4288-AAD8-D749E7D79CA5}" type="pres">
      <dgm:prSet presAssocID="{EB500FFD-4429-4C11-B071-3F63B5CA7BCD}" presName="compNode" presStyleCnt="0"/>
      <dgm:spPr/>
    </dgm:pt>
    <dgm:pt modelId="{B9794AA4-03B2-40C1-BC08-26904E94ADA5}" type="pres">
      <dgm:prSet presAssocID="{EB500FFD-4429-4C11-B071-3F63B5CA7BCD}" presName="bgRect" presStyleLbl="bgShp" presStyleIdx="2" presStyleCnt="6"/>
      <dgm:spPr/>
    </dgm:pt>
    <dgm:pt modelId="{A5BA7720-86B2-4A62-B66C-F403E6AAE0E0}" type="pres">
      <dgm:prSet presAssocID="{EB500FFD-4429-4C11-B071-3F63B5CA7BCD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plosion"/>
        </a:ext>
      </dgm:extLst>
    </dgm:pt>
    <dgm:pt modelId="{ECABA7EB-F5A0-436F-A2EA-0053135F4B4F}" type="pres">
      <dgm:prSet presAssocID="{EB500FFD-4429-4C11-B071-3F63B5CA7BCD}" presName="spaceRect" presStyleCnt="0"/>
      <dgm:spPr/>
    </dgm:pt>
    <dgm:pt modelId="{A6100A04-B939-49B3-888E-FE6B17644EB2}" type="pres">
      <dgm:prSet presAssocID="{EB500FFD-4429-4C11-B071-3F63B5CA7BCD}" presName="parTx" presStyleLbl="revTx" presStyleIdx="2" presStyleCnt="8">
        <dgm:presLayoutVars>
          <dgm:chMax val="0"/>
          <dgm:chPref val="0"/>
        </dgm:presLayoutVars>
      </dgm:prSet>
      <dgm:spPr/>
    </dgm:pt>
    <dgm:pt modelId="{27B635E6-915F-4D76-8FC8-DCDB0FEBBE30}" type="pres">
      <dgm:prSet presAssocID="{E1AF953B-9530-4BE6-98D6-26D4A321663C}" presName="sibTrans" presStyleCnt="0"/>
      <dgm:spPr/>
    </dgm:pt>
    <dgm:pt modelId="{BFC2DE49-FC07-40CB-83B6-5F4DE2B0F906}" type="pres">
      <dgm:prSet presAssocID="{C79EE79E-21AE-4A71-B42D-5FBD43A7E18D}" presName="compNode" presStyleCnt="0"/>
      <dgm:spPr/>
    </dgm:pt>
    <dgm:pt modelId="{02E48988-21F5-4B9C-A65A-19DF9D4A1676}" type="pres">
      <dgm:prSet presAssocID="{C79EE79E-21AE-4A71-B42D-5FBD43A7E18D}" presName="bgRect" presStyleLbl="bgShp" presStyleIdx="3" presStyleCnt="6"/>
      <dgm:spPr/>
    </dgm:pt>
    <dgm:pt modelId="{3B96B2AD-1B69-43CF-B414-33A3691560C8}" type="pres">
      <dgm:prSet presAssocID="{C79EE79E-21AE-4A71-B42D-5FBD43A7E18D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93AEC42-2EF6-4A8C-BE7C-ECB83A867429}" type="pres">
      <dgm:prSet presAssocID="{C79EE79E-21AE-4A71-B42D-5FBD43A7E18D}" presName="spaceRect" presStyleCnt="0"/>
      <dgm:spPr/>
    </dgm:pt>
    <dgm:pt modelId="{45534950-C4F7-4E13-BC03-2B1213589993}" type="pres">
      <dgm:prSet presAssocID="{C79EE79E-21AE-4A71-B42D-5FBD43A7E18D}" presName="parTx" presStyleLbl="revTx" presStyleIdx="3" presStyleCnt="8">
        <dgm:presLayoutVars>
          <dgm:chMax val="0"/>
          <dgm:chPref val="0"/>
        </dgm:presLayoutVars>
      </dgm:prSet>
      <dgm:spPr/>
    </dgm:pt>
    <dgm:pt modelId="{85237DED-B81A-418F-808B-8B61E38D921E}" type="pres">
      <dgm:prSet presAssocID="{A2BD678D-B0BF-42BA-A873-D37F43110559}" presName="sibTrans" presStyleCnt="0"/>
      <dgm:spPr/>
    </dgm:pt>
    <dgm:pt modelId="{CC64CB0B-7236-4A3C-AD4E-238DDB600521}" type="pres">
      <dgm:prSet presAssocID="{8E20FF8B-98A3-46E5-BDB3-CC67C54D56CA}" presName="compNode" presStyleCnt="0"/>
      <dgm:spPr/>
    </dgm:pt>
    <dgm:pt modelId="{F209BBBC-802E-4EBC-AA06-A1837D929AE7}" type="pres">
      <dgm:prSet presAssocID="{8E20FF8B-98A3-46E5-BDB3-CC67C54D56CA}" presName="bgRect" presStyleLbl="bgShp" presStyleIdx="4" presStyleCnt="6"/>
      <dgm:spPr/>
    </dgm:pt>
    <dgm:pt modelId="{C82694EA-CF0A-44D3-AB7D-F58C0B591177}" type="pres">
      <dgm:prSet presAssocID="{8E20FF8B-98A3-46E5-BDB3-CC67C54D56CA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F2C54606-A2D9-4FE1-93DF-CAD9D9CBA8FC}" type="pres">
      <dgm:prSet presAssocID="{8E20FF8B-98A3-46E5-BDB3-CC67C54D56CA}" presName="spaceRect" presStyleCnt="0"/>
      <dgm:spPr/>
    </dgm:pt>
    <dgm:pt modelId="{040F7A8B-223F-48C7-B6E7-7E9D8129B2E1}" type="pres">
      <dgm:prSet presAssocID="{8E20FF8B-98A3-46E5-BDB3-CC67C54D56CA}" presName="parTx" presStyleLbl="revTx" presStyleIdx="4" presStyleCnt="8">
        <dgm:presLayoutVars>
          <dgm:chMax val="0"/>
          <dgm:chPref val="0"/>
        </dgm:presLayoutVars>
      </dgm:prSet>
      <dgm:spPr/>
    </dgm:pt>
    <dgm:pt modelId="{6E14548A-2B77-4D9B-B848-848F03475BBC}" type="pres">
      <dgm:prSet presAssocID="{8E20FF8B-98A3-46E5-BDB3-CC67C54D56CA}" presName="desTx" presStyleLbl="revTx" presStyleIdx="5" presStyleCnt="8">
        <dgm:presLayoutVars/>
      </dgm:prSet>
      <dgm:spPr/>
    </dgm:pt>
    <dgm:pt modelId="{79179817-2AF4-41C2-8EF8-5C7AFAFFAF45}" type="pres">
      <dgm:prSet presAssocID="{2FA5E638-CA47-43E5-B271-375D5F4DCC69}" presName="sibTrans" presStyleCnt="0"/>
      <dgm:spPr/>
    </dgm:pt>
    <dgm:pt modelId="{16C0C1C5-DE2A-4DBB-BBA9-58399202E1A7}" type="pres">
      <dgm:prSet presAssocID="{C072C887-4DAF-4D48-B3C6-E0E499F15940}" presName="compNode" presStyleCnt="0"/>
      <dgm:spPr/>
    </dgm:pt>
    <dgm:pt modelId="{A077994D-1FEB-4740-9653-FCE2C7C65D5A}" type="pres">
      <dgm:prSet presAssocID="{C072C887-4DAF-4D48-B3C6-E0E499F15940}" presName="bgRect" presStyleLbl="bgShp" presStyleIdx="5" presStyleCnt="6"/>
      <dgm:spPr/>
    </dgm:pt>
    <dgm:pt modelId="{D94DACF8-054F-44DE-B625-5ECA6C8ACCF8}" type="pres">
      <dgm:prSet presAssocID="{C072C887-4DAF-4D48-B3C6-E0E499F1594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FA782EE-744A-4CE0-92CA-6E559DAB358D}" type="pres">
      <dgm:prSet presAssocID="{C072C887-4DAF-4D48-B3C6-E0E499F15940}" presName="spaceRect" presStyleCnt="0"/>
      <dgm:spPr/>
    </dgm:pt>
    <dgm:pt modelId="{D8F2089F-10A9-4844-9C36-2CE899B90250}" type="pres">
      <dgm:prSet presAssocID="{C072C887-4DAF-4D48-B3C6-E0E499F15940}" presName="parTx" presStyleLbl="revTx" presStyleIdx="6" presStyleCnt="8">
        <dgm:presLayoutVars>
          <dgm:chMax val="0"/>
          <dgm:chPref val="0"/>
        </dgm:presLayoutVars>
      </dgm:prSet>
      <dgm:spPr/>
    </dgm:pt>
    <dgm:pt modelId="{80E2D25E-83F0-4429-B1A2-EA821B891C26}" type="pres">
      <dgm:prSet presAssocID="{C072C887-4DAF-4D48-B3C6-E0E499F15940}" presName="desTx" presStyleLbl="revTx" presStyleIdx="7" presStyleCnt="8">
        <dgm:presLayoutVars/>
      </dgm:prSet>
      <dgm:spPr/>
    </dgm:pt>
  </dgm:ptLst>
  <dgm:cxnLst>
    <dgm:cxn modelId="{B248760A-A5BA-4EB8-814C-80B7E5102B19}" srcId="{8E20FF8B-98A3-46E5-BDB3-CC67C54D56CA}" destId="{2C7212E2-A6E5-4BBD-8170-B24DC1C26131}" srcOrd="1" destOrd="0" parTransId="{23804528-8FCE-4DB8-826B-DBFA25150F8A}" sibTransId="{56AD1043-6EB6-4B75-A3AE-A1C81AF4B0E3}"/>
    <dgm:cxn modelId="{37192E12-35EA-468D-B85C-8BD3EAB997A3}" srcId="{B9A0347A-2C77-4F91-A51E-007420EBC64D}" destId="{7F74B7AC-6164-481C-8D03-2A1E370B098A}" srcOrd="0" destOrd="0" parTransId="{C8EF15FE-2FBB-4F15-81BC-C91F3F45E866}" sibTransId="{26A89788-50F6-42F4-8B04-A07CFCE8E635}"/>
    <dgm:cxn modelId="{578F0214-EAD6-4C62-9BE8-B4690BF8F797}" type="presOf" srcId="{C072C887-4DAF-4D48-B3C6-E0E499F15940}" destId="{D8F2089F-10A9-4844-9C36-2CE899B90250}" srcOrd="0" destOrd="0" presId="urn:microsoft.com/office/officeart/2018/2/layout/IconVerticalSolidList"/>
    <dgm:cxn modelId="{EDEDB42A-6673-44E8-9BD7-B183526EEED2}" type="presOf" srcId="{EB500FFD-4429-4C11-B071-3F63B5CA7BCD}" destId="{A6100A04-B939-49B3-888E-FE6B17644EB2}" srcOrd="0" destOrd="0" presId="urn:microsoft.com/office/officeart/2018/2/layout/IconVerticalSolidList"/>
    <dgm:cxn modelId="{19958C38-4BE9-4FD7-AA63-C257830C44F3}" srcId="{B9A0347A-2C77-4F91-A51E-007420EBC64D}" destId="{5C72DADF-BA42-47EE-BF77-42170EE23EA6}" srcOrd="1" destOrd="0" parTransId="{84F3790B-5979-49EB-91ED-38D28DE35E0B}" sibTransId="{388CE98A-8726-42D2-81AA-4774F2C49296}"/>
    <dgm:cxn modelId="{7695AA5F-2C88-4A0B-AA4C-F9DDD68D0910}" srcId="{8E20FF8B-98A3-46E5-BDB3-CC67C54D56CA}" destId="{E39F410A-4B20-4001-AEA4-DCA597BE12B5}" srcOrd="0" destOrd="0" parTransId="{29A1C9F4-AD3B-4D19-B1EC-B54755863909}" sibTransId="{A57A01C9-E85B-4F88-AF7D-17318555ED2E}"/>
    <dgm:cxn modelId="{191D5445-8E19-4D56-84B8-16634ADCAE9D}" srcId="{B9A0347A-2C77-4F91-A51E-007420EBC64D}" destId="{C072C887-4DAF-4D48-B3C6-E0E499F15940}" srcOrd="5" destOrd="0" parTransId="{99C1BBD9-9804-49D4-A6F9-6DDD7F23F941}" sibTransId="{F0AE0E93-2399-4EB0-81F5-8CECD1732C42}"/>
    <dgm:cxn modelId="{5E34316B-0467-4C3E-A711-0D128C08DA12}" srcId="{B9A0347A-2C77-4F91-A51E-007420EBC64D}" destId="{EB500FFD-4429-4C11-B071-3F63B5CA7BCD}" srcOrd="2" destOrd="0" parTransId="{DDE7A515-D574-4B79-823F-9DD815A65319}" sibTransId="{E1AF953B-9530-4BE6-98D6-26D4A321663C}"/>
    <dgm:cxn modelId="{FD258282-FB4A-49D7-B027-63A0C5347ACE}" srcId="{C072C887-4DAF-4D48-B3C6-E0E499F15940}" destId="{659A06E4-481B-4D4A-8A75-59DA074A9A23}" srcOrd="0" destOrd="0" parTransId="{043A8F0C-E56C-43D6-9F0F-492CD33D479D}" sibTransId="{D41ECE5E-E935-455A-A4A7-F6CD243D4793}"/>
    <dgm:cxn modelId="{D5C1BB86-5294-499C-8408-0DE7A607A98C}" type="presOf" srcId="{E39F410A-4B20-4001-AEA4-DCA597BE12B5}" destId="{6E14548A-2B77-4D9B-B848-848F03475BBC}" srcOrd="0" destOrd="0" presId="urn:microsoft.com/office/officeart/2018/2/layout/IconVerticalSolidList"/>
    <dgm:cxn modelId="{F96CD792-1824-4929-B877-4051B20563F2}" srcId="{B9A0347A-2C77-4F91-A51E-007420EBC64D}" destId="{C79EE79E-21AE-4A71-B42D-5FBD43A7E18D}" srcOrd="3" destOrd="0" parTransId="{72B3E169-AD93-4236-AD7D-DE1F39AADE50}" sibTransId="{A2BD678D-B0BF-42BA-A873-D37F43110559}"/>
    <dgm:cxn modelId="{743FF993-4B97-469A-A67D-FC804873C63F}" type="presOf" srcId="{7F74B7AC-6164-481C-8D03-2A1E370B098A}" destId="{94C2E208-FC23-4E5B-90CF-D5096D36F9C6}" srcOrd="0" destOrd="0" presId="urn:microsoft.com/office/officeart/2018/2/layout/IconVerticalSolidList"/>
    <dgm:cxn modelId="{19F5A294-EFC4-472C-AFFA-59683D5A352E}" type="presOf" srcId="{2C7212E2-A6E5-4BBD-8170-B24DC1C26131}" destId="{6E14548A-2B77-4D9B-B848-848F03475BBC}" srcOrd="0" destOrd="1" presId="urn:microsoft.com/office/officeart/2018/2/layout/IconVerticalSolidList"/>
    <dgm:cxn modelId="{0EE1F29A-433D-4A16-BAA6-5DE9CD2890D5}" srcId="{C072C887-4DAF-4D48-B3C6-E0E499F15940}" destId="{7D42EEBE-BE69-4BB5-AEE6-6F12A8F56FA5}" srcOrd="1" destOrd="0" parTransId="{B27ED8C6-D668-422E-96D6-63A4783D6341}" sibTransId="{A2C01E61-114C-4EAB-B987-F420A79C9F51}"/>
    <dgm:cxn modelId="{1D7E0F9B-A0A8-469F-8AF1-04E827C47516}" srcId="{B9A0347A-2C77-4F91-A51E-007420EBC64D}" destId="{8E20FF8B-98A3-46E5-BDB3-CC67C54D56CA}" srcOrd="4" destOrd="0" parTransId="{82E4250E-F550-4553-A93E-E626A44FC9FC}" sibTransId="{2FA5E638-CA47-43E5-B271-375D5F4DCC69}"/>
    <dgm:cxn modelId="{0EC97AA8-F4AD-4320-A007-13297DF00325}" type="presOf" srcId="{8E20FF8B-98A3-46E5-BDB3-CC67C54D56CA}" destId="{040F7A8B-223F-48C7-B6E7-7E9D8129B2E1}" srcOrd="0" destOrd="0" presId="urn:microsoft.com/office/officeart/2018/2/layout/IconVerticalSolidList"/>
    <dgm:cxn modelId="{AF8D7EBF-EE96-47B9-904C-9097E8D465C0}" type="presOf" srcId="{C79EE79E-21AE-4A71-B42D-5FBD43A7E18D}" destId="{45534950-C4F7-4E13-BC03-2B1213589993}" srcOrd="0" destOrd="0" presId="urn:microsoft.com/office/officeart/2018/2/layout/IconVerticalSolidList"/>
    <dgm:cxn modelId="{38F5F0C5-DD5D-4278-A4D9-84EE38B54F82}" type="presOf" srcId="{659A06E4-481B-4D4A-8A75-59DA074A9A23}" destId="{80E2D25E-83F0-4429-B1A2-EA821B891C26}" srcOrd="0" destOrd="0" presId="urn:microsoft.com/office/officeart/2018/2/layout/IconVerticalSolidList"/>
    <dgm:cxn modelId="{FB8806D7-E995-446D-9323-42816950C207}" type="presOf" srcId="{B9A0347A-2C77-4F91-A51E-007420EBC64D}" destId="{9EDABBE0-0343-49EC-8BA1-7E9090916E99}" srcOrd="0" destOrd="0" presId="urn:microsoft.com/office/officeart/2018/2/layout/IconVerticalSolidList"/>
    <dgm:cxn modelId="{C2F3B6E5-F8B2-4803-A15C-F4D7E46EB3C5}" type="presOf" srcId="{7D42EEBE-BE69-4BB5-AEE6-6F12A8F56FA5}" destId="{80E2D25E-83F0-4429-B1A2-EA821B891C26}" srcOrd="0" destOrd="1" presId="urn:microsoft.com/office/officeart/2018/2/layout/IconVerticalSolidList"/>
    <dgm:cxn modelId="{FF2032FE-75C6-4FBA-855C-19420E689E1A}" type="presOf" srcId="{5C72DADF-BA42-47EE-BF77-42170EE23EA6}" destId="{99144073-F0F3-4343-A654-9D0E6F787BF0}" srcOrd="0" destOrd="0" presId="urn:microsoft.com/office/officeart/2018/2/layout/IconVerticalSolidList"/>
    <dgm:cxn modelId="{B50CCE24-EB4E-43A1-AABC-115A41B87247}" type="presParOf" srcId="{9EDABBE0-0343-49EC-8BA1-7E9090916E99}" destId="{7C47F2C0-1718-4AEB-BF84-DE2FD0D906A7}" srcOrd="0" destOrd="0" presId="urn:microsoft.com/office/officeart/2018/2/layout/IconVerticalSolidList"/>
    <dgm:cxn modelId="{EA93F07E-BE2D-4F21-9FFD-1CA8F8CB0420}" type="presParOf" srcId="{7C47F2C0-1718-4AEB-BF84-DE2FD0D906A7}" destId="{7FCCE522-BF2A-49E6-BDD8-E3A77FE2098F}" srcOrd="0" destOrd="0" presId="urn:microsoft.com/office/officeart/2018/2/layout/IconVerticalSolidList"/>
    <dgm:cxn modelId="{6D194A21-56A7-4842-910A-6D0938BC61A4}" type="presParOf" srcId="{7C47F2C0-1718-4AEB-BF84-DE2FD0D906A7}" destId="{F1261C4F-8D48-415A-AF39-0E10DF377089}" srcOrd="1" destOrd="0" presId="urn:microsoft.com/office/officeart/2018/2/layout/IconVerticalSolidList"/>
    <dgm:cxn modelId="{10AAB71B-7A38-4E6F-9BAC-E959974F8A1B}" type="presParOf" srcId="{7C47F2C0-1718-4AEB-BF84-DE2FD0D906A7}" destId="{1D8D8A30-4FC0-471F-BFA0-F3E2DBB99405}" srcOrd="2" destOrd="0" presId="urn:microsoft.com/office/officeart/2018/2/layout/IconVerticalSolidList"/>
    <dgm:cxn modelId="{D166714B-9470-4157-AD5D-C49F7C9C9589}" type="presParOf" srcId="{7C47F2C0-1718-4AEB-BF84-DE2FD0D906A7}" destId="{94C2E208-FC23-4E5B-90CF-D5096D36F9C6}" srcOrd="3" destOrd="0" presId="urn:microsoft.com/office/officeart/2018/2/layout/IconVerticalSolidList"/>
    <dgm:cxn modelId="{745EAD08-333F-44CD-8891-2FD69B6EF5CC}" type="presParOf" srcId="{9EDABBE0-0343-49EC-8BA1-7E9090916E99}" destId="{118B84C6-CAFE-465E-BAF1-79A777DFD599}" srcOrd="1" destOrd="0" presId="urn:microsoft.com/office/officeart/2018/2/layout/IconVerticalSolidList"/>
    <dgm:cxn modelId="{BCDAFDB2-743E-4B5A-88CF-2A4F6B2BE0DA}" type="presParOf" srcId="{9EDABBE0-0343-49EC-8BA1-7E9090916E99}" destId="{C9C8B0A3-971B-4FB9-B0D2-13BE1B9A78A1}" srcOrd="2" destOrd="0" presId="urn:microsoft.com/office/officeart/2018/2/layout/IconVerticalSolidList"/>
    <dgm:cxn modelId="{FB85354E-7F6C-4A9A-BA1D-1400553C1D5F}" type="presParOf" srcId="{C9C8B0A3-971B-4FB9-B0D2-13BE1B9A78A1}" destId="{9B45D437-4D14-4F57-9C66-41D0018646EC}" srcOrd="0" destOrd="0" presId="urn:microsoft.com/office/officeart/2018/2/layout/IconVerticalSolidList"/>
    <dgm:cxn modelId="{55C8B6C0-AA43-4166-A533-C86871F170DF}" type="presParOf" srcId="{C9C8B0A3-971B-4FB9-B0D2-13BE1B9A78A1}" destId="{D44DD6AC-0C52-4EDB-88BC-921C25446600}" srcOrd="1" destOrd="0" presId="urn:microsoft.com/office/officeart/2018/2/layout/IconVerticalSolidList"/>
    <dgm:cxn modelId="{03D96E9E-D24B-4880-93AB-031F161050B2}" type="presParOf" srcId="{C9C8B0A3-971B-4FB9-B0D2-13BE1B9A78A1}" destId="{D28DAE41-BAB7-4424-91F3-2926BB079EF1}" srcOrd="2" destOrd="0" presId="urn:microsoft.com/office/officeart/2018/2/layout/IconVerticalSolidList"/>
    <dgm:cxn modelId="{5FAA979A-B27E-489F-81DD-E7584CE51190}" type="presParOf" srcId="{C9C8B0A3-971B-4FB9-B0D2-13BE1B9A78A1}" destId="{99144073-F0F3-4343-A654-9D0E6F787BF0}" srcOrd="3" destOrd="0" presId="urn:microsoft.com/office/officeart/2018/2/layout/IconVerticalSolidList"/>
    <dgm:cxn modelId="{8F852ECB-E9FC-4A2F-B32F-52EEB7308EB1}" type="presParOf" srcId="{9EDABBE0-0343-49EC-8BA1-7E9090916E99}" destId="{84B6E2BD-9F9F-4A2A-9DD6-26AE921BE941}" srcOrd="3" destOrd="0" presId="urn:microsoft.com/office/officeart/2018/2/layout/IconVerticalSolidList"/>
    <dgm:cxn modelId="{EC30588A-9411-4E64-BE7F-933E3B06057C}" type="presParOf" srcId="{9EDABBE0-0343-49EC-8BA1-7E9090916E99}" destId="{EE27219C-CB4E-4288-AAD8-D749E7D79CA5}" srcOrd="4" destOrd="0" presId="urn:microsoft.com/office/officeart/2018/2/layout/IconVerticalSolidList"/>
    <dgm:cxn modelId="{9E17DB10-AEDF-4C93-AF7B-2F17C2908595}" type="presParOf" srcId="{EE27219C-CB4E-4288-AAD8-D749E7D79CA5}" destId="{B9794AA4-03B2-40C1-BC08-26904E94ADA5}" srcOrd="0" destOrd="0" presId="urn:microsoft.com/office/officeart/2018/2/layout/IconVerticalSolidList"/>
    <dgm:cxn modelId="{47270BF2-C8CC-4352-814C-AC4A6028AE67}" type="presParOf" srcId="{EE27219C-CB4E-4288-AAD8-D749E7D79CA5}" destId="{A5BA7720-86B2-4A62-B66C-F403E6AAE0E0}" srcOrd="1" destOrd="0" presId="urn:microsoft.com/office/officeart/2018/2/layout/IconVerticalSolidList"/>
    <dgm:cxn modelId="{7D053E5C-2E8E-4A87-8291-2A4A8FD23363}" type="presParOf" srcId="{EE27219C-CB4E-4288-AAD8-D749E7D79CA5}" destId="{ECABA7EB-F5A0-436F-A2EA-0053135F4B4F}" srcOrd="2" destOrd="0" presId="urn:microsoft.com/office/officeart/2018/2/layout/IconVerticalSolidList"/>
    <dgm:cxn modelId="{E44B7E73-6DEF-43BC-912C-F417719A22C4}" type="presParOf" srcId="{EE27219C-CB4E-4288-AAD8-D749E7D79CA5}" destId="{A6100A04-B939-49B3-888E-FE6B17644EB2}" srcOrd="3" destOrd="0" presId="urn:microsoft.com/office/officeart/2018/2/layout/IconVerticalSolidList"/>
    <dgm:cxn modelId="{3188D4C4-6B9D-4DAD-BF22-EC7F3EBA1984}" type="presParOf" srcId="{9EDABBE0-0343-49EC-8BA1-7E9090916E99}" destId="{27B635E6-915F-4D76-8FC8-DCDB0FEBBE30}" srcOrd="5" destOrd="0" presId="urn:microsoft.com/office/officeart/2018/2/layout/IconVerticalSolidList"/>
    <dgm:cxn modelId="{91886535-9037-4100-99DE-549E140DA3D4}" type="presParOf" srcId="{9EDABBE0-0343-49EC-8BA1-7E9090916E99}" destId="{BFC2DE49-FC07-40CB-83B6-5F4DE2B0F906}" srcOrd="6" destOrd="0" presId="urn:microsoft.com/office/officeart/2018/2/layout/IconVerticalSolidList"/>
    <dgm:cxn modelId="{8F1B156B-7FEE-48EA-9D42-18DAD4ACBD5C}" type="presParOf" srcId="{BFC2DE49-FC07-40CB-83B6-5F4DE2B0F906}" destId="{02E48988-21F5-4B9C-A65A-19DF9D4A1676}" srcOrd="0" destOrd="0" presId="urn:microsoft.com/office/officeart/2018/2/layout/IconVerticalSolidList"/>
    <dgm:cxn modelId="{5C688DEB-5DCC-4776-A979-04EA57264195}" type="presParOf" srcId="{BFC2DE49-FC07-40CB-83B6-5F4DE2B0F906}" destId="{3B96B2AD-1B69-43CF-B414-33A3691560C8}" srcOrd="1" destOrd="0" presId="urn:microsoft.com/office/officeart/2018/2/layout/IconVerticalSolidList"/>
    <dgm:cxn modelId="{1EE2C2D4-3CCC-4893-94B1-80BD2CBAFCB1}" type="presParOf" srcId="{BFC2DE49-FC07-40CB-83B6-5F4DE2B0F906}" destId="{693AEC42-2EF6-4A8C-BE7C-ECB83A867429}" srcOrd="2" destOrd="0" presId="urn:microsoft.com/office/officeart/2018/2/layout/IconVerticalSolidList"/>
    <dgm:cxn modelId="{2355B548-15EE-4C08-A11D-E8F8585FBE06}" type="presParOf" srcId="{BFC2DE49-FC07-40CB-83B6-5F4DE2B0F906}" destId="{45534950-C4F7-4E13-BC03-2B1213589993}" srcOrd="3" destOrd="0" presId="urn:microsoft.com/office/officeart/2018/2/layout/IconVerticalSolidList"/>
    <dgm:cxn modelId="{6B194684-1FD5-4F8C-8738-B1DE8A52673B}" type="presParOf" srcId="{9EDABBE0-0343-49EC-8BA1-7E9090916E99}" destId="{85237DED-B81A-418F-808B-8B61E38D921E}" srcOrd="7" destOrd="0" presId="urn:microsoft.com/office/officeart/2018/2/layout/IconVerticalSolidList"/>
    <dgm:cxn modelId="{860B87A0-F26E-4983-A25D-734220A4CDFB}" type="presParOf" srcId="{9EDABBE0-0343-49EC-8BA1-7E9090916E99}" destId="{CC64CB0B-7236-4A3C-AD4E-238DDB600521}" srcOrd="8" destOrd="0" presId="urn:microsoft.com/office/officeart/2018/2/layout/IconVerticalSolidList"/>
    <dgm:cxn modelId="{F1300077-A5E9-4544-8047-ACB9F4A19EE5}" type="presParOf" srcId="{CC64CB0B-7236-4A3C-AD4E-238DDB600521}" destId="{F209BBBC-802E-4EBC-AA06-A1837D929AE7}" srcOrd="0" destOrd="0" presId="urn:microsoft.com/office/officeart/2018/2/layout/IconVerticalSolidList"/>
    <dgm:cxn modelId="{CB10FE7C-1634-4BBD-9777-92211F6A5559}" type="presParOf" srcId="{CC64CB0B-7236-4A3C-AD4E-238DDB600521}" destId="{C82694EA-CF0A-44D3-AB7D-F58C0B591177}" srcOrd="1" destOrd="0" presId="urn:microsoft.com/office/officeart/2018/2/layout/IconVerticalSolidList"/>
    <dgm:cxn modelId="{850D1D15-FCFC-493E-8179-249E98F43A06}" type="presParOf" srcId="{CC64CB0B-7236-4A3C-AD4E-238DDB600521}" destId="{F2C54606-A2D9-4FE1-93DF-CAD9D9CBA8FC}" srcOrd="2" destOrd="0" presId="urn:microsoft.com/office/officeart/2018/2/layout/IconVerticalSolidList"/>
    <dgm:cxn modelId="{DEB380AB-DEF0-451B-9825-BC433C4EF188}" type="presParOf" srcId="{CC64CB0B-7236-4A3C-AD4E-238DDB600521}" destId="{040F7A8B-223F-48C7-B6E7-7E9D8129B2E1}" srcOrd="3" destOrd="0" presId="urn:microsoft.com/office/officeart/2018/2/layout/IconVerticalSolidList"/>
    <dgm:cxn modelId="{C1AC30FC-9088-4DA5-9709-E60008C5914A}" type="presParOf" srcId="{CC64CB0B-7236-4A3C-AD4E-238DDB600521}" destId="{6E14548A-2B77-4D9B-B848-848F03475BBC}" srcOrd="4" destOrd="0" presId="urn:microsoft.com/office/officeart/2018/2/layout/IconVerticalSolidList"/>
    <dgm:cxn modelId="{4B5C53B7-71B4-4E00-B7E0-4206F408A1BD}" type="presParOf" srcId="{9EDABBE0-0343-49EC-8BA1-7E9090916E99}" destId="{79179817-2AF4-41C2-8EF8-5C7AFAFFAF45}" srcOrd="9" destOrd="0" presId="urn:microsoft.com/office/officeart/2018/2/layout/IconVerticalSolidList"/>
    <dgm:cxn modelId="{483BEDFB-9AB6-4AA7-B018-236BBCC78815}" type="presParOf" srcId="{9EDABBE0-0343-49EC-8BA1-7E9090916E99}" destId="{16C0C1C5-DE2A-4DBB-BBA9-58399202E1A7}" srcOrd="10" destOrd="0" presId="urn:microsoft.com/office/officeart/2018/2/layout/IconVerticalSolidList"/>
    <dgm:cxn modelId="{0AA65E9B-A61A-4E0F-B6B4-73ED8857CB80}" type="presParOf" srcId="{16C0C1C5-DE2A-4DBB-BBA9-58399202E1A7}" destId="{A077994D-1FEB-4740-9653-FCE2C7C65D5A}" srcOrd="0" destOrd="0" presId="urn:microsoft.com/office/officeart/2018/2/layout/IconVerticalSolidList"/>
    <dgm:cxn modelId="{2E8963C8-6073-4673-8471-33FE7828E6E5}" type="presParOf" srcId="{16C0C1C5-DE2A-4DBB-BBA9-58399202E1A7}" destId="{D94DACF8-054F-44DE-B625-5ECA6C8ACCF8}" srcOrd="1" destOrd="0" presId="urn:microsoft.com/office/officeart/2018/2/layout/IconVerticalSolidList"/>
    <dgm:cxn modelId="{3419FE4A-1EB9-4887-8F15-D904D5CC4D22}" type="presParOf" srcId="{16C0C1C5-DE2A-4DBB-BBA9-58399202E1A7}" destId="{3FA782EE-744A-4CE0-92CA-6E559DAB358D}" srcOrd="2" destOrd="0" presId="urn:microsoft.com/office/officeart/2018/2/layout/IconVerticalSolidList"/>
    <dgm:cxn modelId="{A2DAF919-CC96-4680-A088-622056A4D49D}" type="presParOf" srcId="{16C0C1C5-DE2A-4DBB-BBA9-58399202E1A7}" destId="{D8F2089F-10A9-4844-9C36-2CE899B90250}" srcOrd="3" destOrd="0" presId="urn:microsoft.com/office/officeart/2018/2/layout/IconVerticalSolidList"/>
    <dgm:cxn modelId="{87E0CAB6-93F1-4BBF-BE25-AE17B781AE0C}" type="presParOf" srcId="{16C0C1C5-DE2A-4DBB-BBA9-58399202E1A7}" destId="{80E2D25E-83F0-4429-B1A2-EA821B891C26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D2D7FCD-BD8F-4C0D-BD02-777B73BDC81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B44D8F2-FD82-412F-B905-2CD61A3C9B3D}">
      <dgm:prSet/>
      <dgm:spPr/>
      <dgm:t>
        <a:bodyPr/>
        <a:lstStyle/>
        <a:p>
          <a:r>
            <a:rPr lang="en-US"/>
            <a:t>Next Generation NTFS</a:t>
          </a:r>
        </a:p>
      </dgm:t>
    </dgm:pt>
    <dgm:pt modelId="{A86E9B8F-5F12-48F5-8611-6805331F0C5D}" type="parTrans" cxnId="{63495CEF-08AF-4BF2-9281-53BB8470520B}">
      <dgm:prSet/>
      <dgm:spPr/>
      <dgm:t>
        <a:bodyPr/>
        <a:lstStyle/>
        <a:p>
          <a:endParaRPr lang="en-US"/>
        </a:p>
      </dgm:t>
    </dgm:pt>
    <dgm:pt modelId="{C032C901-5CAC-440C-B843-4E4057F19D62}" type="sibTrans" cxnId="{63495CEF-08AF-4BF2-9281-53BB8470520B}">
      <dgm:prSet/>
      <dgm:spPr/>
      <dgm:t>
        <a:bodyPr/>
        <a:lstStyle/>
        <a:p>
          <a:endParaRPr lang="en-US"/>
        </a:p>
      </dgm:t>
    </dgm:pt>
    <dgm:pt modelId="{BBC8F0A4-3C82-4FC4-A395-B8A630A97DF8}">
      <dgm:prSet/>
      <dgm:spPr/>
      <dgm:t>
        <a:bodyPr/>
        <a:lstStyle/>
        <a:p>
          <a:r>
            <a:rPr lang="en-US"/>
            <a:t>16 EB Max Filesize </a:t>
          </a:r>
        </a:p>
      </dgm:t>
    </dgm:pt>
    <dgm:pt modelId="{F95E8A97-BB67-4789-BF25-9EBFF74EA873}" type="parTrans" cxnId="{B195682C-7D25-4B86-9F7D-469E54A8821F}">
      <dgm:prSet/>
      <dgm:spPr/>
      <dgm:t>
        <a:bodyPr/>
        <a:lstStyle/>
        <a:p>
          <a:endParaRPr lang="en-US"/>
        </a:p>
      </dgm:t>
    </dgm:pt>
    <dgm:pt modelId="{9D86AF07-0D46-404F-B91B-3E822AE64E0C}" type="sibTrans" cxnId="{B195682C-7D25-4B86-9F7D-469E54A8821F}">
      <dgm:prSet/>
      <dgm:spPr/>
      <dgm:t>
        <a:bodyPr/>
        <a:lstStyle/>
        <a:p>
          <a:endParaRPr lang="en-US"/>
        </a:p>
      </dgm:t>
    </dgm:pt>
    <dgm:pt modelId="{E0E47012-18F3-4DA0-924F-8493F0D88D7D}">
      <dgm:prSet/>
      <dgm:spPr/>
      <dgm:t>
        <a:bodyPr/>
        <a:lstStyle/>
        <a:p>
          <a:r>
            <a:rPr lang="en-US"/>
            <a:t>1 YB Max Volume Size</a:t>
          </a:r>
        </a:p>
      </dgm:t>
    </dgm:pt>
    <dgm:pt modelId="{4A69AE09-F71E-4B35-8532-17BB9920F71E}" type="parTrans" cxnId="{A6456DC8-51CD-49C3-9F5A-8D206B20E6E2}">
      <dgm:prSet/>
      <dgm:spPr/>
      <dgm:t>
        <a:bodyPr/>
        <a:lstStyle/>
        <a:p>
          <a:endParaRPr lang="en-US"/>
        </a:p>
      </dgm:t>
    </dgm:pt>
    <dgm:pt modelId="{7D9EA110-9817-4B02-A431-B683440797E5}" type="sibTrans" cxnId="{A6456DC8-51CD-49C3-9F5A-8D206B20E6E2}">
      <dgm:prSet/>
      <dgm:spPr/>
      <dgm:t>
        <a:bodyPr/>
        <a:lstStyle/>
        <a:p>
          <a:endParaRPr lang="en-US"/>
        </a:p>
      </dgm:t>
    </dgm:pt>
    <dgm:pt modelId="{DF890A4A-974B-4160-A880-1B37028D5AEE}" type="pres">
      <dgm:prSet presAssocID="{5D2D7FCD-BD8F-4C0D-BD02-777B73BDC81B}" presName="linear" presStyleCnt="0">
        <dgm:presLayoutVars>
          <dgm:animLvl val="lvl"/>
          <dgm:resizeHandles val="exact"/>
        </dgm:presLayoutVars>
      </dgm:prSet>
      <dgm:spPr/>
    </dgm:pt>
    <dgm:pt modelId="{5FAB9BC2-6A1F-4C5E-83BF-E8097B38A1B1}" type="pres">
      <dgm:prSet presAssocID="{AB44D8F2-FD82-412F-B905-2CD61A3C9B3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B537662-4FA0-4337-A0B5-F7E29949900B}" type="pres">
      <dgm:prSet presAssocID="{C032C901-5CAC-440C-B843-4E4057F19D62}" presName="spacer" presStyleCnt="0"/>
      <dgm:spPr/>
    </dgm:pt>
    <dgm:pt modelId="{A484A042-7F62-4055-A662-3B51ED39C48D}" type="pres">
      <dgm:prSet presAssocID="{BBC8F0A4-3C82-4FC4-A395-B8A630A97DF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8436067-D385-4E77-BC94-4FE68276D34B}" type="pres">
      <dgm:prSet presAssocID="{9D86AF07-0D46-404F-B91B-3E822AE64E0C}" presName="spacer" presStyleCnt="0"/>
      <dgm:spPr/>
    </dgm:pt>
    <dgm:pt modelId="{6DC91BBA-89E1-4D2B-ADF5-774F963190C8}" type="pres">
      <dgm:prSet presAssocID="{E0E47012-18F3-4DA0-924F-8493F0D88D7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FB3430C-FCFE-49AA-B42F-F45E4CDF58CC}" type="presOf" srcId="{E0E47012-18F3-4DA0-924F-8493F0D88D7D}" destId="{6DC91BBA-89E1-4D2B-ADF5-774F963190C8}" srcOrd="0" destOrd="0" presId="urn:microsoft.com/office/officeart/2005/8/layout/vList2"/>
    <dgm:cxn modelId="{28785224-DAEB-4B24-B19D-25F4E7DF0040}" type="presOf" srcId="{AB44D8F2-FD82-412F-B905-2CD61A3C9B3D}" destId="{5FAB9BC2-6A1F-4C5E-83BF-E8097B38A1B1}" srcOrd="0" destOrd="0" presId="urn:microsoft.com/office/officeart/2005/8/layout/vList2"/>
    <dgm:cxn modelId="{B195682C-7D25-4B86-9F7D-469E54A8821F}" srcId="{5D2D7FCD-BD8F-4C0D-BD02-777B73BDC81B}" destId="{BBC8F0A4-3C82-4FC4-A395-B8A630A97DF8}" srcOrd="1" destOrd="0" parTransId="{F95E8A97-BB67-4789-BF25-9EBFF74EA873}" sibTransId="{9D86AF07-0D46-404F-B91B-3E822AE64E0C}"/>
    <dgm:cxn modelId="{3B07A08C-9D34-4CB7-B552-8EC08F0EC381}" type="presOf" srcId="{5D2D7FCD-BD8F-4C0D-BD02-777B73BDC81B}" destId="{DF890A4A-974B-4160-A880-1B37028D5AEE}" srcOrd="0" destOrd="0" presId="urn:microsoft.com/office/officeart/2005/8/layout/vList2"/>
    <dgm:cxn modelId="{A6456DC8-51CD-49C3-9F5A-8D206B20E6E2}" srcId="{5D2D7FCD-BD8F-4C0D-BD02-777B73BDC81B}" destId="{E0E47012-18F3-4DA0-924F-8493F0D88D7D}" srcOrd="2" destOrd="0" parTransId="{4A69AE09-F71E-4B35-8532-17BB9920F71E}" sibTransId="{7D9EA110-9817-4B02-A431-B683440797E5}"/>
    <dgm:cxn modelId="{63495CEF-08AF-4BF2-9281-53BB8470520B}" srcId="{5D2D7FCD-BD8F-4C0D-BD02-777B73BDC81B}" destId="{AB44D8F2-FD82-412F-B905-2CD61A3C9B3D}" srcOrd="0" destOrd="0" parTransId="{A86E9B8F-5F12-48F5-8611-6805331F0C5D}" sibTransId="{C032C901-5CAC-440C-B843-4E4057F19D62}"/>
    <dgm:cxn modelId="{59393DFE-8D30-410D-8FE7-06489CFC1260}" type="presOf" srcId="{BBC8F0A4-3C82-4FC4-A395-B8A630A97DF8}" destId="{A484A042-7F62-4055-A662-3B51ED39C48D}" srcOrd="0" destOrd="0" presId="urn:microsoft.com/office/officeart/2005/8/layout/vList2"/>
    <dgm:cxn modelId="{E6F8430F-8334-49E3-8942-49559B7002F6}" type="presParOf" srcId="{DF890A4A-974B-4160-A880-1B37028D5AEE}" destId="{5FAB9BC2-6A1F-4C5E-83BF-E8097B38A1B1}" srcOrd="0" destOrd="0" presId="urn:microsoft.com/office/officeart/2005/8/layout/vList2"/>
    <dgm:cxn modelId="{E24D722F-0224-42B5-B370-72D976588762}" type="presParOf" srcId="{DF890A4A-974B-4160-A880-1B37028D5AEE}" destId="{8B537662-4FA0-4337-A0B5-F7E29949900B}" srcOrd="1" destOrd="0" presId="urn:microsoft.com/office/officeart/2005/8/layout/vList2"/>
    <dgm:cxn modelId="{CD5E6B69-A425-42B4-9DC9-DACBDB5A2FA3}" type="presParOf" srcId="{DF890A4A-974B-4160-A880-1B37028D5AEE}" destId="{A484A042-7F62-4055-A662-3B51ED39C48D}" srcOrd="2" destOrd="0" presId="urn:microsoft.com/office/officeart/2005/8/layout/vList2"/>
    <dgm:cxn modelId="{4651E61F-A1FD-4A83-BD5E-7E577D3B7525}" type="presParOf" srcId="{DF890A4A-974B-4160-A880-1B37028D5AEE}" destId="{F8436067-D385-4E77-BC94-4FE68276D34B}" srcOrd="3" destOrd="0" presId="urn:microsoft.com/office/officeart/2005/8/layout/vList2"/>
    <dgm:cxn modelId="{AB6DB979-BA39-4B89-B373-9017CA986DAE}" type="presParOf" srcId="{DF890A4A-974B-4160-A880-1B37028D5AEE}" destId="{6DC91BBA-89E1-4D2B-ADF5-774F963190C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A0ACE84-81C4-4C08-8C93-E812051E4F3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089B86C-B43E-47DE-8CB6-B6954E736DB2}">
      <dgm:prSet/>
      <dgm:spPr/>
      <dgm:t>
        <a:bodyPr/>
        <a:lstStyle/>
        <a:p>
          <a:pPr>
            <a:defRPr cap="all"/>
          </a:pPr>
          <a:r>
            <a:rPr lang="en-US"/>
            <a:t>Created specifically for Linux</a:t>
          </a:r>
        </a:p>
      </dgm:t>
    </dgm:pt>
    <dgm:pt modelId="{526A647F-55EC-4B67-9288-74DF54867587}" type="parTrans" cxnId="{6ADCE2D0-3F39-4E95-90AE-2F122E8A6225}">
      <dgm:prSet/>
      <dgm:spPr/>
      <dgm:t>
        <a:bodyPr/>
        <a:lstStyle/>
        <a:p>
          <a:endParaRPr lang="en-US"/>
        </a:p>
      </dgm:t>
    </dgm:pt>
    <dgm:pt modelId="{36BBF397-FA10-4FC8-AEFE-5BAD000F0C9A}" type="sibTrans" cxnId="{6ADCE2D0-3F39-4E95-90AE-2F122E8A6225}">
      <dgm:prSet/>
      <dgm:spPr/>
      <dgm:t>
        <a:bodyPr/>
        <a:lstStyle/>
        <a:p>
          <a:endParaRPr lang="en-US"/>
        </a:p>
      </dgm:t>
    </dgm:pt>
    <dgm:pt modelId="{D5F3D3AC-AA49-48A4-B1FD-D180A10002E3}">
      <dgm:prSet/>
      <dgm:spPr/>
      <dgm:t>
        <a:bodyPr/>
        <a:lstStyle/>
        <a:p>
          <a:pPr>
            <a:defRPr cap="all"/>
          </a:pPr>
          <a:r>
            <a:rPr lang="en-US"/>
            <a:t>To overcome MINIX Limitation</a:t>
          </a:r>
        </a:p>
      </dgm:t>
    </dgm:pt>
    <dgm:pt modelId="{6E55B618-9F4B-4622-B7D7-FE32A50FEC5B}" type="parTrans" cxnId="{1F47712B-B740-4C90-9984-BD57494A2CFE}">
      <dgm:prSet/>
      <dgm:spPr/>
      <dgm:t>
        <a:bodyPr/>
        <a:lstStyle/>
        <a:p>
          <a:endParaRPr lang="en-US"/>
        </a:p>
      </dgm:t>
    </dgm:pt>
    <dgm:pt modelId="{18B55D04-01C0-46B9-BAA5-655409ED98DA}" type="sibTrans" cxnId="{1F47712B-B740-4C90-9984-BD57494A2CFE}">
      <dgm:prSet/>
      <dgm:spPr/>
      <dgm:t>
        <a:bodyPr/>
        <a:lstStyle/>
        <a:p>
          <a:endParaRPr lang="en-US"/>
        </a:p>
      </dgm:t>
    </dgm:pt>
    <dgm:pt modelId="{FCBBBE55-3511-4F9C-9CD6-A42060E2A3B3}">
      <dgm:prSet/>
      <dgm:spPr/>
      <dgm:t>
        <a:bodyPr/>
        <a:lstStyle/>
        <a:p>
          <a:pPr>
            <a:defRPr cap="all"/>
          </a:pPr>
          <a:r>
            <a:rPr lang="en-US"/>
            <a:t>255bytes filenaming</a:t>
          </a:r>
        </a:p>
      </dgm:t>
    </dgm:pt>
    <dgm:pt modelId="{CA188E02-055B-4FEE-9D01-D635532A47B7}" type="parTrans" cxnId="{60E7522F-3B56-4314-9E53-5AF9D3CD1136}">
      <dgm:prSet/>
      <dgm:spPr/>
      <dgm:t>
        <a:bodyPr/>
        <a:lstStyle/>
        <a:p>
          <a:endParaRPr lang="en-US"/>
        </a:p>
      </dgm:t>
    </dgm:pt>
    <dgm:pt modelId="{0ACF16D6-601B-495A-B0BA-037E49CA9E5F}" type="sibTrans" cxnId="{60E7522F-3B56-4314-9E53-5AF9D3CD1136}">
      <dgm:prSet/>
      <dgm:spPr/>
      <dgm:t>
        <a:bodyPr/>
        <a:lstStyle/>
        <a:p>
          <a:endParaRPr lang="en-US"/>
        </a:p>
      </dgm:t>
    </dgm:pt>
    <dgm:pt modelId="{B72FE2E7-2F0E-4905-B338-0117C5170DAC}">
      <dgm:prSet/>
      <dgm:spPr/>
      <dgm:t>
        <a:bodyPr/>
        <a:lstStyle/>
        <a:p>
          <a:pPr>
            <a:defRPr cap="all"/>
          </a:pPr>
          <a:r>
            <a:rPr lang="en-US"/>
            <a:t>2 GB max file size</a:t>
          </a:r>
        </a:p>
      </dgm:t>
    </dgm:pt>
    <dgm:pt modelId="{9C2DACB2-0B8F-41D9-A538-5E5BBD5EFDC6}" type="parTrans" cxnId="{BB03D6DB-0803-4694-A47A-CEDB0DF0E942}">
      <dgm:prSet/>
      <dgm:spPr/>
      <dgm:t>
        <a:bodyPr/>
        <a:lstStyle/>
        <a:p>
          <a:endParaRPr lang="en-US"/>
        </a:p>
      </dgm:t>
    </dgm:pt>
    <dgm:pt modelId="{BF438612-0E3E-47AE-BC1C-F597B4076561}" type="sibTrans" cxnId="{BB03D6DB-0803-4694-A47A-CEDB0DF0E942}">
      <dgm:prSet/>
      <dgm:spPr/>
      <dgm:t>
        <a:bodyPr/>
        <a:lstStyle/>
        <a:p>
          <a:endParaRPr lang="en-US"/>
        </a:p>
      </dgm:t>
    </dgm:pt>
    <dgm:pt modelId="{C0CB5EB7-91C3-4C39-9FEB-A5DA91184BED}">
      <dgm:prSet/>
      <dgm:spPr/>
      <dgm:t>
        <a:bodyPr/>
        <a:lstStyle/>
        <a:p>
          <a:pPr>
            <a:defRPr cap="all"/>
          </a:pPr>
          <a:r>
            <a:rPr lang="en-US"/>
            <a:t>2 GB max volume size</a:t>
          </a:r>
        </a:p>
      </dgm:t>
    </dgm:pt>
    <dgm:pt modelId="{16BCA601-3838-4593-B32B-5827066988B0}" type="parTrans" cxnId="{410B2D73-8132-4215-AC5C-C7290D81579C}">
      <dgm:prSet/>
      <dgm:spPr/>
      <dgm:t>
        <a:bodyPr/>
        <a:lstStyle/>
        <a:p>
          <a:endParaRPr lang="en-US"/>
        </a:p>
      </dgm:t>
    </dgm:pt>
    <dgm:pt modelId="{EA9A8120-759B-454B-8184-8D21AD8B8636}" type="sibTrans" cxnId="{410B2D73-8132-4215-AC5C-C7290D81579C}">
      <dgm:prSet/>
      <dgm:spPr/>
      <dgm:t>
        <a:bodyPr/>
        <a:lstStyle/>
        <a:p>
          <a:endParaRPr lang="en-US"/>
        </a:p>
      </dgm:t>
    </dgm:pt>
    <dgm:pt modelId="{333A2B00-865F-4CDE-A6F3-F3C456C1B5F4}" type="pres">
      <dgm:prSet presAssocID="{1A0ACE84-81C4-4C08-8C93-E812051E4F39}" presName="root" presStyleCnt="0">
        <dgm:presLayoutVars>
          <dgm:dir/>
          <dgm:resizeHandles val="exact"/>
        </dgm:presLayoutVars>
      </dgm:prSet>
      <dgm:spPr/>
    </dgm:pt>
    <dgm:pt modelId="{60F32F25-CADD-4B36-A539-D01CBF3E96B9}" type="pres">
      <dgm:prSet presAssocID="{2089B86C-B43E-47DE-8CB6-B6954E736DB2}" presName="compNode" presStyleCnt="0"/>
      <dgm:spPr/>
    </dgm:pt>
    <dgm:pt modelId="{91BB7A5B-94E1-42C4-987F-702DDD29CEA3}" type="pres">
      <dgm:prSet presAssocID="{2089B86C-B43E-47DE-8CB6-B6954E736DB2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042F43EC-3CB5-4DDC-ABEE-14A4DA879620}" type="pres">
      <dgm:prSet presAssocID="{2089B86C-B43E-47DE-8CB6-B6954E736DB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9E56524D-2C17-4F93-94BB-1E20ACB2736A}" type="pres">
      <dgm:prSet presAssocID="{2089B86C-B43E-47DE-8CB6-B6954E736DB2}" presName="spaceRect" presStyleCnt="0"/>
      <dgm:spPr/>
    </dgm:pt>
    <dgm:pt modelId="{E1EC12A1-7E4F-41FA-8DCC-A2E42B8E6D21}" type="pres">
      <dgm:prSet presAssocID="{2089B86C-B43E-47DE-8CB6-B6954E736DB2}" presName="textRect" presStyleLbl="revTx" presStyleIdx="0" presStyleCnt="5">
        <dgm:presLayoutVars>
          <dgm:chMax val="1"/>
          <dgm:chPref val="1"/>
        </dgm:presLayoutVars>
      </dgm:prSet>
      <dgm:spPr/>
    </dgm:pt>
    <dgm:pt modelId="{8EE75E0F-6B3F-4BB3-85D9-2435335968CC}" type="pres">
      <dgm:prSet presAssocID="{36BBF397-FA10-4FC8-AEFE-5BAD000F0C9A}" presName="sibTrans" presStyleCnt="0"/>
      <dgm:spPr/>
    </dgm:pt>
    <dgm:pt modelId="{608EFA35-F79C-4F1A-9243-38F049BA9485}" type="pres">
      <dgm:prSet presAssocID="{D5F3D3AC-AA49-48A4-B1FD-D180A10002E3}" presName="compNode" presStyleCnt="0"/>
      <dgm:spPr/>
    </dgm:pt>
    <dgm:pt modelId="{7930E535-C347-4554-93EB-6160BE7EA709}" type="pres">
      <dgm:prSet presAssocID="{D5F3D3AC-AA49-48A4-B1FD-D180A10002E3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B7C74AF3-E0B6-4A26-B3E2-35D17AD54CE8}" type="pres">
      <dgm:prSet presAssocID="{D5F3D3AC-AA49-48A4-B1FD-D180A10002E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BDA79420-C60D-45D2-8E02-9228332BA0E2}" type="pres">
      <dgm:prSet presAssocID="{D5F3D3AC-AA49-48A4-B1FD-D180A10002E3}" presName="spaceRect" presStyleCnt="0"/>
      <dgm:spPr/>
    </dgm:pt>
    <dgm:pt modelId="{FC28F680-3540-42FC-A0DD-7099E49E8AFB}" type="pres">
      <dgm:prSet presAssocID="{D5F3D3AC-AA49-48A4-B1FD-D180A10002E3}" presName="textRect" presStyleLbl="revTx" presStyleIdx="1" presStyleCnt="5">
        <dgm:presLayoutVars>
          <dgm:chMax val="1"/>
          <dgm:chPref val="1"/>
        </dgm:presLayoutVars>
      </dgm:prSet>
      <dgm:spPr/>
    </dgm:pt>
    <dgm:pt modelId="{DD7F9FCB-AC69-460D-94BC-1530EC870665}" type="pres">
      <dgm:prSet presAssocID="{18B55D04-01C0-46B9-BAA5-655409ED98DA}" presName="sibTrans" presStyleCnt="0"/>
      <dgm:spPr/>
    </dgm:pt>
    <dgm:pt modelId="{6E61833E-279F-4C26-B4F3-54D74ECD2380}" type="pres">
      <dgm:prSet presAssocID="{FCBBBE55-3511-4F9C-9CD6-A42060E2A3B3}" presName="compNode" presStyleCnt="0"/>
      <dgm:spPr/>
    </dgm:pt>
    <dgm:pt modelId="{7F22917C-682B-42AB-B1AB-A4165656712E}" type="pres">
      <dgm:prSet presAssocID="{FCBBBE55-3511-4F9C-9CD6-A42060E2A3B3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9E595537-C21B-4F3F-8D6D-8F6C034CE265}" type="pres">
      <dgm:prSet presAssocID="{FCBBBE55-3511-4F9C-9CD6-A42060E2A3B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A0AFCC3-62FF-4F6E-B81A-736046556781}" type="pres">
      <dgm:prSet presAssocID="{FCBBBE55-3511-4F9C-9CD6-A42060E2A3B3}" presName="spaceRect" presStyleCnt="0"/>
      <dgm:spPr/>
    </dgm:pt>
    <dgm:pt modelId="{B4CEEF6C-D644-4445-B6C5-807C74CC93FF}" type="pres">
      <dgm:prSet presAssocID="{FCBBBE55-3511-4F9C-9CD6-A42060E2A3B3}" presName="textRect" presStyleLbl="revTx" presStyleIdx="2" presStyleCnt="5">
        <dgm:presLayoutVars>
          <dgm:chMax val="1"/>
          <dgm:chPref val="1"/>
        </dgm:presLayoutVars>
      </dgm:prSet>
      <dgm:spPr/>
    </dgm:pt>
    <dgm:pt modelId="{B40722E2-70C3-437C-91D8-0D0D152C5EF1}" type="pres">
      <dgm:prSet presAssocID="{0ACF16D6-601B-495A-B0BA-037E49CA9E5F}" presName="sibTrans" presStyleCnt="0"/>
      <dgm:spPr/>
    </dgm:pt>
    <dgm:pt modelId="{A4344AA5-7381-4AF5-858C-7DD84333EECE}" type="pres">
      <dgm:prSet presAssocID="{B72FE2E7-2F0E-4905-B338-0117C5170DAC}" presName="compNode" presStyleCnt="0"/>
      <dgm:spPr/>
    </dgm:pt>
    <dgm:pt modelId="{91500688-1505-4E4E-8E70-948C10E30FB8}" type="pres">
      <dgm:prSet presAssocID="{B72FE2E7-2F0E-4905-B338-0117C5170DAC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2A7A4D78-D69C-4725-9D66-7B8BEA3E7F4F}" type="pres">
      <dgm:prSet presAssocID="{B72FE2E7-2F0E-4905-B338-0117C5170DA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DEAAF15-90E4-4D83-908E-0646CF66B806}" type="pres">
      <dgm:prSet presAssocID="{B72FE2E7-2F0E-4905-B338-0117C5170DAC}" presName="spaceRect" presStyleCnt="0"/>
      <dgm:spPr/>
    </dgm:pt>
    <dgm:pt modelId="{DBD03AB6-5E62-4907-ADA3-73BB816C2596}" type="pres">
      <dgm:prSet presAssocID="{B72FE2E7-2F0E-4905-B338-0117C5170DAC}" presName="textRect" presStyleLbl="revTx" presStyleIdx="3" presStyleCnt="5">
        <dgm:presLayoutVars>
          <dgm:chMax val="1"/>
          <dgm:chPref val="1"/>
        </dgm:presLayoutVars>
      </dgm:prSet>
      <dgm:spPr/>
    </dgm:pt>
    <dgm:pt modelId="{3CB6B87C-C2DD-4896-A5E0-0C8BC9EBDF28}" type="pres">
      <dgm:prSet presAssocID="{BF438612-0E3E-47AE-BC1C-F597B4076561}" presName="sibTrans" presStyleCnt="0"/>
      <dgm:spPr/>
    </dgm:pt>
    <dgm:pt modelId="{5A6B34DC-0B77-48FE-AD97-480611885D72}" type="pres">
      <dgm:prSet presAssocID="{C0CB5EB7-91C3-4C39-9FEB-A5DA91184BED}" presName="compNode" presStyleCnt="0"/>
      <dgm:spPr/>
    </dgm:pt>
    <dgm:pt modelId="{714E8F22-0935-4AFB-BF8F-945B8361A673}" type="pres">
      <dgm:prSet presAssocID="{C0CB5EB7-91C3-4C39-9FEB-A5DA91184BED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0DF65726-1A3A-4F8E-A0A2-38546D9DE2E8}" type="pres">
      <dgm:prSet presAssocID="{C0CB5EB7-91C3-4C39-9FEB-A5DA91184BE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5F09A892-A665-4270-93E4-1B6EF8ED2340}" type="pres">
      <dgm:prSet presAssocID="{C0CB5EB7-91C3-4C39-9FEB-A5DA91184BED}" presName="spaceRect" presStyleCnt="0"/>
      <dgm:spPr/>
    </dgm:pt>
    <dgm:pt modelId="{DDBC70CE-0E49-477A-A75E-FB6EAB421DEE}" type="pres">
      <dgm:prSet presAssocID="{C0CB5EB7-91C3-4C39-9FEB-A5DA91184BE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0E29003-E5ED-47BF-8BEF-F40958C0870D}" type="presOf" srcId="{FCBBBE55-3511-4F9C-9CD6-A42060E2A3B3}" destId="{B4CEEF6C-D644-4445-B6C5-807C74CC93FF}" srcOrd="0" destOrd="0" presId="urn:microsoft.com/office/officeart/2018/5/layout/IconLeafLabelList"/>
    <dgm:cxn modelId="{2931270E-BB60-46F0-8E09-FE4BB4D362BF}" type="presOf" srcId="{1A0ACE84-81C4-4C08-8C93-E812051E4F39}" destId="{333A2B00-865F-4CDE-A6F3-F3C456C1B5F4}" srcOrd="0" destOrd="0" presId="urn:microsoft.com/office/officeart/2018/5/layout/IconLeafLabelList"/>
    <dgm:cxn modelId="{1F47712B-B740-4C90-9984-BD57494A2CFE}" srcId="{1A0ACE84-81C4-4C08-8C93-E812051E4F39}" destId="{D5F3D3AC-AA49-48A4-B1FD-D180A10002E3}" srcOrd="1" destOrd="0" parTransId="{6E55B618-9F4B-4622-B7D7-FE32A50FEC5B}" sibTransId="{18B55D04-01C0-46B9-BAA5-655409ED98DA}"/>
    <dgm:cxn modelId="{60E7522F-3B56-4314-9E53-5AF9D3CD1136}" srcId="{1A0ACE84-81C4-4C08-8C93-E812051E4F39}" destId="{FCBBBE55-3511-4F9C-9CD6-A42060E2A3B3}" srcOrd="2" destOrd="0" parTransId="{CA188E02-055B-4FEE-9D01-D635532A47B7}" sibTransId="{0ACF16D6-601B-495A-B0BA-037E49CA9E5F}"/>
    <dgm:cxn modelId="{410B2D73-8132-4215-AC5C-C7290D81579C}" srcId="{1A0ACE84-81C4-4C08-8C93-E812051E4F39}" destId="{C0CB5EB7-91C3-4C39-9FEB-A5DA91184BED}" srcOrd="4" destOrd="0" parTransId="{16BCA601-3838-4593-B32B-5827066988B0}" sibTransId="{EA9A8120-759B-454B-8184-8D21AD8B8636}"/>
    <dgm:cxn modelId="{E72C9B7D-BADD-4CEF-90B4-CAFA07F0D97B}" type="presOf" srcId="{D5F3D3AC-AA49-48A4-B1FD-D180A10002E3}" destId="{FC28F680-3540-42FC-A0DD-7099E49E8AFB}" srcOrd="0" destOrd="0" presId="urn:microsoft.com/office/officeart/2018/5/layout/IconLeafLabelList"/>
    <dgm:cxn modelId="{453AFF9F-DD78-4682-A75A-510C6E5CDB4F}" type="presOf" srcId="{C0CB5EB7-91C3-4C39-9FEB-A5DA91184BED}" destId="{DDBC70CE-0E49-477A-A75E-FB6EAB421DEE}" srcOrd="0" destOrd="0" presId="urn:microsoft.com/office/officeart/2018/5/layout/IconLeafLabelList"/>
    <dgm:cxn modelId="{1FF813D0-7A3F-4642-AF88-45E0DD683581}" type="presOf" srcId="{2089B86C-B43E-47DE-8CB6-B6954E736DB2}" destId="{E1EC12A1-7E4F-41FA-8DCC-A2E42B8E6D21}" srcOrd="0" destOrd="0" presId="urn:microsoft.com/office/officeart/2018/5/layout/IconLeafLabelList"/>
    <dgm:cxn modelId="{6ADCE2D0-3F39-4E95-90AE-2F122E8A6225}" srcId="{1A0ACE84-81C4-4C08-8C93-E812051E4F39}" destId="{2089B86C-B43E-47DE-8CB6-B6954E736DB2}" srcOrd="0" destOrd="0" parTransId="{526A647F-55EC-4B67-9288-74DF54867587}" sibTransId="{36BBF397-FA10-4FC8-AEFE-5BAD000F0C9A}"/>
    <dgm:cxn modelId="{E71FE5D9-71A5-417A-80A8-FC746AD1E00D}" type="presOf" srcId="{B72FE2E7-2F0E-4905-B338-0117C5170DAC}" destId="{DBD03AB6-5E62-4907-ADA3-73BB816C2596}" srcOrd="0" destOrd="0" presId="urn:microsoft.com/office/officeart/2018/5/layout/IconLeafLabelList"/>
    <dgm:cxn modelId="{BB03D6DB-0803-4694-A47A-CEDB0DF0E942}" srcId="{1A0ACE84-81C4-4C08-8C93-E812051E4F39}" destId="{B72FE2E7-2F0E-4905-B338-0117C5170DAC}" srcOrd="3" destOrd="0" parTransId="{9C2DACB2-0B8F-41D9-A538-5E5BBD5EFDC6}" sibTransId="{BF438612-0E3E-47AE-BC1C-F597B4076561}"/>
    <dgm:cxn modelId="{4BC3CD2C-4EB2-4F2B-82F3-8A42CA4FFBDB}" type="presParOf" srcId="{333A2B00-865F-4CDE-A6F3-F3C456C1B5F4}" destId="{60F32F25-CADD-4B36-A539-D01CBF3E96B9}" srcOrd="0" destOrd="0" presId="urn:microsoft.com/office/officeart/2018/5/layout/IconLeafLabelList"/>
    <dgm:cxn modelId="{DF2BC5F3-54CF-46A5-84BE-C0235A686BDC}" type="presParOf" srcId="{60F32F25-CADD-4B36-A539-D01CBF3E96B9}" destId="{91BB7A5B-94E1-42C4-987F-702DDD29CEA3}" srcOrd="0" destOrd="0" presId="urn:microsoft.com/office/officeart/2018/5/layout/IconLeafLabelList"/>
    <dgm:cxn modelId="{D7860FE0-16B7-47FE-AD7C-36F4E8CE2F24}" type="presParOf" srcId="{60F32F25-CADD-4B36-A539-D01CBF3E96B9}" destId="{042F43EC-3CB5-4DDC-ABEE-14A4DA879620}" srcOrd="1" destOrd="0" presId="urn:microsoft.com/office/officeart/2018/5/layout/IconLeafLabelList"/>
    <dgm:cxn modelId="{EC025623-A0EE-46F1-9AE8-7568C84B687A}" type="presParOf" srcId="{60F32F25-CADD-4B36-A539-D01CBF3E96B9}" destId="{9E56524D-2C17-4F93-94BB-1E20ACB2736A}" srcOrd="2" destOrd="0" presId="urn:microsoft.com/office/officeart/2018/5/layout/IconLeafLabelList"/>
    <dgm:cxn modelId="{8EB58024-C429-46C7-AED9-A241F123F287}" type="presParOf" srcId="{60F32F25-CADD-4B36-A539-D01CBF3E96B9}" destId="{E1EC12A1-7E4F-41FA-8DCC-A2E42B8E6D21}" srcOrd="3" destOrd="0" presId="urn:microsoft.com/office/officeart/2018/5/layout/IconLeafLabelList"/>
    <dgm:cxn modelId="{62D4E730-D5FF-4670-A078-3D43D2822133}" type="presParOf" srcId="{333A2B00-865F-4CDE-A6F3-F3C456C1B5F4}" destId="{8EE75E0F-6B3F-4BB3-85D9-2435335968CC}" srcOrd="1" destOrd="0" presId="urn:microsoft.com/office/officeart/2018/5/layout/IconLeafLabelList"/>
    <dgm:cxn modelId="{2CC15594-70B9-4C28-8193-02381F584EBE}" type="presParOf" srcId="{333A2B00-865F-4CDE-A6F3-F3C456C1B5F4}" destId="{608EFA35-F79C-4F1A-9243-38F049BA9485}" srcOrd="2" destOrd="0" presId="urn:microsoft.com/office/officeart/2018/5/layout/IconLeafLabelList"/>
    <dgm:cxn modelId="{1BC7FD77-A1A1-4919-B250-C891C641890A}" type="presParOf" srcId="{608EFA35-F79C-4F1A-9243-38F049BA9485}" destId="{7930E535-C347-4554-93EB-6160BE7EA709}" srcOrd="0" destOrd="0" presId="urn:microsoft.com/office/officeart/2018/5/layout/IconLeafLabelList"/>
    <dgm:cxn modelId="{22A0B444-D08F-4C59-B923-425A5F21D559}" type="presParOf" srcId="{608EFA35-F79C-4F1A-9243-38F049BA9485}" destId="{B7C74AF3-E0B6-4A26-B3E2-35D17AD54CE8}" srcOrd="1" destOrd="0" presId="urn:microsoft.com/office/officeart/2018/5/layout/IconLeafLabelList"/>
    <dgm:cxn modelId="{796EAB43-C938-4851-8C9E-FA9F97AB2839}" type="presParOf" srcId="{608EFA35-F79C-4F1A-9243-38F049BA9485}" destId="{BDA79420-C60D-45D2-8E02-9228332BA0E2}" srcOrd="2" destOrd="0" presId="urn:microsoft.com/office/officeart/2018/5/layout/IconLeafLabelList"/>
    <dgm:cxn modelId="{3F5A034D-1B5B-48A0-AFB5-F970F9F1486C}" type="presParOf" srcId="{608EFA35-F79C-4F1A-9243-38F049BA9485}" destId="{FC28F680-3540-42FC-A0DD-7099E49E8AFB}" srcOrd="3" destOrd="0" presId="urn:microsoft.com/office/officeart/2018/5/layout/IconLeafLabelList"/>
    <dgm:cxn modelId="{3A905486-D1F7-453C-A5FD-C1DEA61434AA}" type="presParOf" srcId="{333A2B00-865F-4CDE-A6F3-F3C456C1B5F4}" destId="{DD7F9FCB-AC69-460D-94BC-1530EC870665}" srcOrd="3" destOrd="0" presId="urn:microsoft.com/office/officeart/2018/5/layout/IconLeafLabelList"/>
    <dgm:cxn modelId="{866A731A-2994-4560-B4DD-C0767FA04BED}" type="presParOf" srcId="{333A2B00-865F-4CDE-A6F3-F3C456C1B5F4}" destId="{6E61833E-279F-4C26-B4F3-54D74ECD2380}" srcOrd="4" destOrd="0" presId="urn:microsoft.com/office/officeart/2018/5/layout/IconLeafLabelList"/>
    <dgm:cxn modelId="{D9CC03FF-0D47-4C90-91EB-7FE4B2153B03}" type="presParOf" srcId="{6E61833E-279F-4C26-B4F3-54D74ECD2380}" destId="{7F22917C-682B-42AB-B1AB-A4165656712E}" srcOrd="0" destOrd="0" presId="urn:microsoft.com/office/officeart/2018/5/layout/IconLeafLabelList"/>
    <dgm:cxn modelId="{59A66970-CAAB-4D90-B5F8-688C8A36A68A}" type="presParOf" srcId="{6E61833E-279F-4C26-B4F3-54D74ECD2380}" destId="{9E595537-C21B-4F3F-8D6D-8F6C034CE265}" srcOrd="1" destOrd="0" presId="urn:microsoft.com/office/officeart/2018/5/layout/IconLeafLabelList"/>
    <dgm:cxn modelId="{415D17E5-39FF-4EAF-BACA-83608119F513}" type="presParOf" srcId="{6E61833E-279F-4C26-B4F3-54D74ECD2380}" destId="{9A0AFCC3-62FF-4F6E-B81A-736046556781}" srcOrd="2" destOrd="0" presId="urn:microsoft.com/office/officeart/2018/5/layout/IconLeafLabelList"/>
    <dgm:cxn modelId="{4E371D37-B7B5-4B52-860F-1B98EC5D77CA}" type="presParOf" srcId="{6E61833E-279F-4C26-B4F3-54D74ECD2380}" destId="{B4CEEF6C-D644-4445-B6C5-807C74CC93FF}" srcOrd="3" destOrd="0" presId="urn:microsoft.com/office/officeart/2018/5/layout/IconLeafLabelList"/>
    <dgm:cxn modelId="{46D9F37A-8901-4C97-ABE3-11B59ECA1129}" type="presParOf" srcId="{333A2B00-865F-4CDE-A6F3-F3C456C1B5F4}" destId="{B40722E2-70C3-437C-91D8-0D0D152C5EF1}" srcOrd="5" destOrd="0" presId="urn:microsoft.com/office/officeart/2018/5/layout/IconLeafLabelList"/>
    <dgm:cxn modelId="{10D4A1A7-A5BF-4D29-9D8D-765EB5F78914}" type="presParOf" srcId="{333A2B00-865F-4CDE-A6F3-F3C456C1B5F4}" destId="{A4344AA5-7381-4AF5-858C-7DD84333EECE}" srcOrd="6" destOrd="0" presId="urn:microsoft.com/office/officeart/2018/5/layout/IconLeafLabelList"/>
    <dgm:cxn modelId="{9C8B0D6A-5D8C-4BDA-A25E-A72E4920DF19}" type="presParOf" srcId="{A4344AA5-7381-4AF5-858C-7DD84333EECE}" destId="{91500688-1505-4E4E-8E70-948C10E30FB8}" srcOrd="0" destOrd="0" presId="urn:microsoft.com/office/officeart/2018/5/layout/IconLeafLabelList"/>
    <dgm:cxn modelId="{32616385-8432-4B3E-9388-ECFA2E576553}" type="presParOf" srcId="{A4344AA5-7381-4AF5-858C-7DD84333EECE}" destId="{2A7A4D78-D69C-4725-9D66-7B8BEA3E7F4F}" srcOrd="1" destOrd="0" presId="urn:microsoft.com/office/officeart/2018/5/layout/IconLeafLabelList"/>
    <dgm:cxn modelId="{EAA986DC-C9BE-4467-8E68-687ECD0C1A89}" type="presParOf" srcId="{A4344AA5-7381-4AF5-858C-7DD84333EECE}" destId="{8DEAAF15-90E4-4D83-908E-0646CF66B806}" srcOrd="2" destOrd="0" presId="urn:microsoft.com/office/officeart/2018/5/layout/IconLeafLabelList"/>
    <dgm:cxn modelId="{0D5BCA87-0933-4B7A-9033-38D6E966FAF6}" type="presParOf" srcId="{A4344AA5-7381-4AF5-858C-7DD84333EECE}" destId="{DBD03AB6-5E62-4907-ADA3-73BB816C2596}" srcOrd="3" destOrd="0" presId="urn:microsoft.com/office/officeart/2018/5/layout/IconLeafLabelList"/>
    <dgm:cxn modelId="{18FCD900-3767-4AD9-A4EA-EB6E44B5CCB6}" type="presParOf" srcId="{333A2B00-865F-4CDE-A6F3-F3C456C1B5F4}" destId="{3CB6B87C-C2DD-4896-A5E0-0C8BC9EBDF28}" srcOrd="7" destOrd="0" presId="urn:microsoft.com/office/officeart/2018/5/layout/IconLeafLabelList"/>
    <dgm:cxn modelId="{1C0656A7-DA9C-40E4-B0E5-831531868018}" type="presParOf" srcId="{333A2B00-865F-4CDE-A6F3-F3C456C1B5F4}" destId="{5A6B34DC-0B77-48FE-AD97-480611885D72}" srcOrd="8" destOrd="0" presId="urn:microsoft.com/office/officeart/2018/5/layout/IconLeafLabelList"/>
    <dgm:cxn modelId="{7F8B5D78-0AED-4E40-BF7D-861D37CC30B4}" type="presParOf" srcId="{5A6B34DC-0B77-48FE-AD97-480611885D72}" destId="{714E8F22-0935-4AFB-BF8F-945B8361A673}" srcOrd="0" destOrd="0" presId="urn:microsoft.com/office/officeart/2018/5/layout/IconLeafLabelList"/>
    <dgm:cxn modelId="{A50306CC-DE94-4978-93CC-117E57EBF7B4}" type="presParOf" srcId="{5A6B34DC-0B77-48FE-AD97-480611885D72}" destId="{0DF65726-1A3A-4F8E-A0A2-38546D9DE2E8}" srcOrd="1" destOrd="0" presId="urn:microsoft.com/office/officeart/2018/5/layout/IconLeafLabelList"/>
    <dgm:cxn modelId="{BBC5D049-26B6-42AF-A46B-EBE0A167EA04}" type="presParOf" srcId="{5A6B34DC-0B77-48FE-AD97-480611885D72}" destId="{5F09A892-A665-4270-93E4-1B6EF8ED2340}" srcOrd="2" destOrd="0" presId="urn:microsoft.com/office/officeart/2018/5/layout/IconLeafLabelList"/>
    <dgm:cxn modelId="{EBC74C68-35C4-4C68-95FF-48B6E7EBA109}" type="presParOf" srcId="{5A6B34DC-0B77-48FE-AD97-480611885D72}" destId="{DDBC70CE-0E49-477A-A75E-FB6EAB421DE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67ABFF3-EF68-4794-AED5-A793C963CA6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2968B2D-33D4-406D-9D38-0172072AF570}">
      <dgm:prSet/>
      <dgm:spPr/>
      <dgm:t>
        <a:bodyPr/>
        <a:lstStyle/>
        <a:p>
          <a:pPr>
            <a:defRPr cap="all"/>
          </a:pPr>
          <a:r>
            <a:rPr lang="en-US"/>
            <a:t>Extended file attribute support</a:t>
          </a:r>
        </a:p>
      </dgm:t>
    </dgm:pt>
    <dgm:pt modelId="{B3F44DBE-01CD-4F62-95AC-CBE0303D93BB}" type="parTrans" cxnId="{9A933514-A931-4A13-A43C-41D26C82AAF2}">
      <dgm:prSet/>
      <dgm:spPr/>
      <dgm:t>
        <a:bodyPr/>
        <a:lstStyle/>
        <a:p>
          <a:endParaRPr lang="en-US"/>
        </a:p>
      </dgm:t>
    </dgm:pt>
    <dgm:pt modelId="{A6665E09-CF72-4B35-8B67-CFA27E3C71BE}" type="sibTrans" cxnId="{9A933514-A931-4A13-A43C-41D26C82AAF2}">
      <dgm:prSet/>
      <dgm:spPr/>
      <dgm:t>
        <a:bodyPr/>
        <a:lstStyle/>
        <a:p>
          <a:endParaRPr lang="en-US"/>
        </a:p>
      </dgm:t>
    </dgm:pt>
    <dgm:pt modelId="{83907A16-DF4E-4677-BFCA-70D08DB9DFDE}">
      <dgm:prSet/>
      <dgm:spPr/>
      <dgm:t>
        <a:bodyPr/>
        <a:lstStyle/>
        <a:p>
          <a:pPr>
            <a:defRPr cap="all"/>
          </a:pPr>
          <a:r>
            <a:rPr lang="en-US"/>
            <a:t>index-node (inode) concept</a:t>
          </a:r>
        </a:p>
      </dgm:t>
    </dgm:pt>
    <dgm:pt modelId="{3EA6E66A-D7F2-4E6A-BA50-D0E592FC78AD}" type="parTrans" cxnId="{F9028452-51BF-4591-8D26-89FB333C5A5E}">
      <dgm:prSet/>
      <dgm:spPr/>
      <dgm:t>
        <a:bodyPr/>
        <a:lstStyle/>
        <a:p>
          <a:endParaRPr lang="en-US"/>
        </a:p>
      </dgm:t>
    </dgm:pt>
    <dgm:pt modelId="{A749783E-2678-4B09-A236-C03EBF47FAB9}" type="sibTrans" cxnId="{F9028452-51BF-4591-8D26-89FB333C5A5E}">
      <dgm:prSet/>
      <dgm:spPr/>
      <dgm:t>
        <a:bodyPr/>
        <a:lstStyle/>
        <a:p>
          <a:endParaRPr lang="en-US"/>
        </a:p>
      </dgm:t>
    </dgm:pt>
    <dgm:pt modelId="{CC979FA7-7168-4C19-BEB8-A5A1EF000708}">
      <dgm:prSet/>
      <dgm:spPr/>
      <dgm:t>
        <a:bodyPr/>
        <a:lstStyle/>
        <a:p>
          <a:pPr>
            <a:defRPr cap="all"/>
          </a:pPr>
          <a:r>
            <a:rPr lang="en-US"/>
            <a:t>2TB max file size</a:t>
          </a:r>
        </a:p>
      </dgm:t>
    </dgm:pt>
    <dgm:pt modelId="{96D55EE0-6740-41C8-BC22-D951728501C3}" type="parTrans" cxnId="{6EF8D337-929C-47EF-B4C7-68CB959A658C}">
      <dgm:prSet/>
      <dgm:spPr/>
      <dgm:t>
        <a:bodyPr/>
        <a:lstStyle/>
        <a:p>
          <a:endParaRPr lang="en-US"/>
        </a:p>
      </dgm:t>
    </dgm:pt>
    <dgm:pt modelId="{5B58750C-2EAD-483D-B744-17AEBBCD088D}" type="sibTrans" cxnId="{6EF8D337-929C-47EF-B4C7-68CB959A658C}">
      <dgm:prSet/>
      <dgm:spPr/>
      <dgm:t>
        <a:bodyPr/>
        <a:lstStyle/>
        <a:p>
          <a:endParaRPr lang="en-US"/>
        </a:p>
      </dgm:t>
    </dgm:pt>
    <dgm:pt modelId="{E18BF11D-1336-42E1-94B4-B4BCD0C7AF7F}">
      <dgm:prSet/>
      <dgm:spPr/>
      <dgm:t>
        <a:bodyPr/>
        <a:lstStyle/>
        <a:p>
          <a:pPr>
            <a:defRPr cap="all"/>
          </a:pPr>
          <a:r>
            <a:rPr lang="en-US"/>
            <a:t>32TB max volume size </a:t>
          </a:r>
        </a:p>
      </dgm:t>
    </dgm:pt>
    <dgm:pt modelId="{2921DF95-51F5-4A9C-87D4-842F77BD3296}" type="parTrans" cxnId="{23697724-A11B-4F52-97BF-8EEE9E6ED2A7}">
      <dgm:prSet/>
      <dgm:spPr/>
      <dgm:t>
        <a:bodyPr/>
        <a:lstStyle/>
        <a:p>
          <a:endParaRPr lang="en-US"/>
        </a:p>
      </dgm:t>
    </dgm:pt>
    <dgm:pt modelId="{3CD8B914-283A-4584-B677-66B87C5EC3E1}" type="sibTrans" cxnId="{23697724-A11B-4F52-97BF-8EEE9E6ED2A7}">
      <dgm:prSet/>
      <dgm:spPr/>
      <dgm:t>
        <a:bodyPr/>
        <a:lstStyle/>
        <a:p>
          <a:endParaRPr lang="en-US"/>
        </a:p>
      </dgm:t>
    </dgm:pt>
    <dgm:pt modelId="{FEAA5AC7-6995-42D6-B6FD-F091C1820AE0}" type="pres">
      <dgm:prSet presAssocID="{F67ABFF3-EF68-4794-AED5-A793C963CA6E}" presName="root" presStyleCnt="0">
        <dgm:presLayoutVars>
          <dgm:dir/>
          <dgm:resizeHandles val="exact"/>
        </dgm:presLayoutVars>
      </dgm:prSet>
      <dgm:spPr/>
    </dgm:pt>
    <dgm:pt modelId="{FC989E0D-3A3B-4AED-90FE-E1109910717B}" type="pres">
      <dgm:prSet presAssocID="{E2968B2D-33D4-406D-9D38-0172072AF570}" presName="compNode" presStyleCnt="0"/>
      <dgm:spPr/>
    </dgm:pt>
    <dgm:pt modelId="{E841DD80-004B-4A3A-84D0-19C782BF96FB}" type="pres">
      <dgm:prSet presAssocID="{E2968B2D-33D4-406D-9D38-0172072AF570}" presName="iconBgRect" presStyleLbl="bgShp" presStyleIdx="0" presStyleCnt="4"/>
      <dgm:spPr/>
    </dgm:pt>
    <dgm:pt modelId="{911C996C-FF10-4BA5-8005-8B08A51EB1CC}" type="pres">
      <dgm:prSet presAssocID="{E2968B2D-33D4-406D-9D38-0172072AF57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25EEF11-5273-4133-A860-6332C5C9CFE4}" type="pres">
      <dgm:prSet presAssocID="{E2968B2D-33D4-406D-9D38-0172072AF570}" presName="spaceRect" presStyleCnt="0"/>
      <dgm:spPr/>
    </dgm:pt>
    <dgm:pt modelId="{412E37CE-C7AF-4BE9-BF03-D3F3A7BC3BC2}" type="pres">
      <dgm:prSet presAssocID="{E2968B2D-33D4-406D-9D38-0172072AF570}" presName="textRect" presStyleLbl="revTx" presStyleIdx="0" presStyleCnt="4">
        <dgm:presLayoutVars>
          <dgm:chMax val="1"/>
          <dgm:chPref val="1"/>
        </dgm:presLayoutVars>
      </dgm:prSet>
      <dgm:spPr/>
    </dgm:pt>
    <dgm:pt modelId="{F1FE7A51-B552-4EF7-B2F3-D82DA6AF6EE3}" type="pres">
      <dgm:prSet presAssocID="{A6665E09-CF72-4B35-8B67-CFA27E3C71BE}" presName="sibTrans" presStyleCnt="0"/>
      <dgm:spPr/>
    </dgm:pt>
    <dgm:pt modelId="{F2FB149E-E82C-447E-A453-DD954F8D8735}" type="pres">
      <dgm:prSet presAssocID="{83907A16-DF4E-4677-BFCA-70D08DB9DFDE}" presName="compNode" presStyleCnt="0"/>
      <dgm:spPr/>
    </dgm:pt>
    <dgm:pt modelId="{7FC38F67-B5C4-4EFE-BCC6-52E35AC5CBE3}" type="pres">
      <dgm:prSet presAssocID="{83907A16-DF4E-4677-BFCA-70D08DB9DFDE}" presName="iconBgRect" presStyleLbl="bgShp" presStyleIdx="1" presStyleCnt="4"/>
      <dgm:spPr/>
    </dgm:pt>
    <dgm:pt modelId="{FA67C93E-56F5-4E11-96D5-23DB247949DC}" type="pres">
      <dgm:prSet presAssocID="{83907A16-DF4E-4677-BFCA-70D08DB9DFD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9CE96527-BF8B-48F3-90A8-B072AF8EC663}" type="pres">
      <dgm:prSet presAssocID="{83907A16-DF4E-4677-BFCA-70D08DB9DFDE}" presName="spaceRect" presStyleCnt="0"/>
      <dgm:spPr/>
    </dgm:pt>
    <dgm:pt modelId="{C5D36ED7-627C-4F63-B93C-DBB1FABF5F69}" type="pres">
      <dgm:prSet presAssocID="{83907A16-DF4E-4677-BFCA-70D08DB9DFDE}" presName="textRect" presStyleLbl="revTx" presStyleIdx="1" presStyleCnt="4">
        <dgm:presLayoutVars>
          <dgm:chMax val="1"/>
          <dgm:chPref val="1"/>
        </dgm:presLayoutVars>
      </dgm:prSet>
      <dgm:spPr/>
    </dgm:pt>
    <dgm:pt modelId="{9D7FE882-7B31-435A-BBF6-2DE3384E34EE}" type="pres">
      <dgm:prSet presAssocID="{A749783E-2678-4B09-A236-C03EBF47FAB9}" presName="sibTrans" presStyleCnt="0"/>
      <dgm:spPr/>
    </dgm:pt>
    <dgm:pt modelId="{1B9A237F-7B12-4410-9CD1-40AA169FB8C9}" type="pres">
      <dgm:prSet presAssocID="{CC979FA7-7168-4C19-BEB8-A5A1EF000708}" presName="compNode" presStyleCnt="0"/>
      <dgm:spPr/>
    </dgm:pt>
    <dgm:pt modelId="{A24F01B0-03E8-4159-9AF6-1FD775025A86}" type="pres">
      <dgm:prSet presAssocID="{CC979FA7-7168-4C19-BEB8-A5A1EF000708}" presName="iconBgRect" presStyleLbl="bgShp" presStyleIdx="2" presStyleCnt="4"/>
      <dgm:spPr/>
    </dgm:pt>
    <dgm:pt modelId="{C0E5BD2B-1BAD-47C8-B627-C5BD65DEC66B}" type="pres">
      <dgm:prSet presAssocID="{CC979FA7-7168-4C19-BEB8-A5A1EF00070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8F277C8-3659-4F4E-8060-B1C2A1BD6310}" type="pres">
      <dgm:prSet presAssocID="{CC979FA7-7168-4C19-BEB8-A5A1EF000708}" presName="spaceRect" presStyleCnt="0"/>
      <dgm:spPr/>
    </dgm:pt>
    <dgm:pt modelId="{4CFBEE0A-50E9-45BC-AD07-9E04137B1597}" type="pres">
      <dgm:prSet presAssocID="{CC979FA7-7168-4C19-BEB8-A5A1EF000708}" presName="textRect" presStyleLbl="revTx" presStyleIdx="2" presStyleCnt="4">
        <dgm:presLayoutVars>
          <dgm:chMax val="1"/>
          <dgm:chPref val="1"/>
        </dgm:presLayoutVars>
      </dgm:prSet>
      <dgm:spPr/>
    </dgm:pt>
    <dgm:pt modelId="{D472D769-7578-4F9C-A57B-E3F73B8A2692}" type="pres">
      <dgm:prSet presAssocID="{5B58750C-2EAD-483D-B744-17AEBBCD088D}" presName="sibTrans" presStyleCnt="0"/>
      <dgm:spPr/>
    </dgm:pt>
    <dgm:pt modelId="{8B0C6CAC-0B8B-4885-88C7-A0DB36CBCC69}" type="pres">
      <dgm:prSet presAssocID="{E18BF11D-1336-42E1-94B4-B4BCD0C7AF7F}" presName="compNode" presStyleCnt="0"/>
      <dgm:spPr/>
    </dgm:pt>
    <dgm:pt modelId="{6BD070EA-BD70-4C8C-AF87-E2F155CF8333}" type="pres">
      <dgm:prSet presAssocID="{E18BF11D-1336-42E1-94B4-B4BCD0C7AF7F}" presName="iconBgRect" presStyleLbl="bgShp" presStyleIdx="3" presStyleCnt="4"/>
      <dgm:spPr/>
    </dgm:pt>
    <dgm:pt modelId="{42B3B502-BC2A-463B-981D-9B030A09783E}" type="pres">
      <dgm:prSet presAssocID="{E18BF11D-1336-42E1-94B4-B4BCD0C7AF7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FC79BBDE-A9E0-48BA-901B-E3BB461A5DC8}" type="pres">
      <dgm:prSet presAssocID="{E18BF11D-1336-42E1-94B4-B4BCD0C7AF7F}" presName="spaceRect" presStyleCnt="0"/>
      <dgm:spPr/>
    </dgm:pt>
    <dgm:pt modelId="{9674B76A-D6F7-47FE-A4B7-B75C85B6ED7C}" type="pres">
      <dgm:prSet presAssocID="{E18BF11D-1336-42E1-94B4-B4BCD0C7AF7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A933514-A931-4A13-A43C-41D26C82AAF2}" srcId="{F67ABFF3-EF68-4794-AED5-A793C963CA6E}" destId="{E2968B2D-33D4-406D-9D38-0172072AF570}" srcOrd="0" destOrd="0" parTransId="{B3F44DBE-01CD-4F62-95AC-CBE0303D93BB}" sibTransId="{A6665E09-CF72-4B35-8B67-CFA27E3C71BE}"/>
    <dgm:cxn modelId="{23697724-A11B-4F52-97BF-8EEE9E6ED2A7}" srcId="{F67ABFF3-EF68-4794-AED5-A793C963CA6E}" destId="{E18BF11D-1336-42E1-94B4-B4BCD0C7AF7F}" srcOrd="3" destOrd="0" parTransId="{2921DF95-51F5-4A9C-87D4-842F77BD3296}" sibTransId="{3CD8B914-283A-4584-B677-66B87C5EC3E1}"/>
    <dgm:cxn modelId="{6EF8D337-929C-47EF-B4C7-68CB959A658C}" srcId="{F67ABFF3-EF68-4794-AED5-A793C963CA6E}" destId="{CC979FA7-7168-4C19-BEB8-A5A1EF000708}" srcOrd="2" destOrd="0" parTransId="{96D55EE0-6740-41C8-BC22-D951728501C3}" sibTransId="{5B58750C-2EAD-483D-B744-17AEBBCD088D}"/>
    <dgm:cxn modelId="{BB989F44-EC88-4234-BC2F-2533D0D73A4F}" type="presOf" srcId="{E18BF11D-1336-42E1-94B4-B4BCD0C7AF7F}" destId="{9674B76A-D6F7-47FE-A4B7-B75C85B6ED7C}" srcOrd="0" destOrd="0" presId="urn:microsoft.com/office/officeart/2018/5/layout/IconCircleLabelList"/>
    <dgm:cxn modelId="{F9028452-51BF-4591-8D26-89FB333C5A5E}" srcId="{F67ABFF3-EF68-4794-AED5-A793C963CA6E}" destId="{83907A16-DF4E-4677-BFCA-70D08DB9DFDE}" srcOrd="1" destOrd="0" parTransId="{3EA6E66A-D7F2-4E6A-BA50-D0E592FC78AD}" sibTransId="{A749783E-2678-4B09-A236-C03EBF47FAB9}"/>
    <dgm:cxn modelId="{C90FF859-6D0A-4851-A042-660BF2B49A85}" type="presOf" srcId="{CC979FA7-7168-4C19-BEB8-A5A1EF000708}" destId="{4CFBEE0A-50E9-45BC-AD07-9E04137B1597}" srcOrd="0" destOrd="0" presId="urn:microsoft.com/office/officeart/2018/5/layout/IconCircleLabelList"/>
    <dgm:cxn modelId="{E05756A6-13C1-4930-B391-FEFB979406E1}" type="presOf" srcId="{83907A16-DF4E-4677-BFCA-70D08DB9DFDE}" destId="{C5D36ED7-627C-4F63-B93C-DBB1FABF5F69}" srcOrd="0" destOrd="0" presId="urn:microsoft.com/office/officeart/2018/5/layout/IconCircleLabelList"/>
    <dgm:cxn modelId="{694178BE-CE71-4E73-8C53-D6DF1956E726}" type="presOf" srcId="{E2968B2D-33D4-406D-9D38-0172072AF570}" destId="{412E37CE-C7AF-4BE9-BF03-D3F3A7BC3BC2}" srcOrd="0" destOrd="0" presId="urn:microsoft.com/office/officeart/2018/5/layout/IconCircleLabelList"/>
    <dgm:cxn modelId="{E721D6CF-30AD-424C-96CF-20946689B20F}" type="presOf" srcId="{F67ABFF3-EF68-4794-AED5-A793C963CA6E}" destId="{FEAA5AC7-6995-42D6-B6FD-F091C1820AE0}" srcOrd="0" destOrd="0" presId="urn:microsoft.com/office/officeart/2018/5/layout/IconCircleLabelList"/>
    <dgm:cxn modelId="{DA8E16D3-AECA-4BD8-80A4-332D54A39ECC}" type="presParOf" srcId="{FEAA5AC7-6995-42D6-B6FD-F091C1820AE0}" destId="{FC989E0D-3A3B-4AED-90FE-E1109910717B}" srcOrd="0" destOrd="0" presId="urn:microsoft.com/office/officeart/2018/5/layout/IconCircleLabelList"/>
    <dgm:cxn modelId="{528DC9DA-0D07-455B-84B9-3E80EDC2F9D0}" type="presParOf" srcId="{FC989E0D-3A3B-4AED-90FE-E1109910717B}" destId="{E841DD80-004B-4A3A-84D0-19C782BF96FB}" srcOrd="0" destOrd="0" presId="urn:microsoft.com/office/officeart/2018/5/layout/IconCircleLabelList"/>
    <dgm:cxn modelId="{27C3BC54-E1C4-4366-AF03-BB9C90D1F4E3}" type="presParOf" srcId="{FC989E0D-3A3B-4AED-90FE-E1109910717B}" destId="{911C996C-FF10-4BA5-8005-8B08A51EB1CC}" srcOrd="1" destOrd="0" presId="urn:microsoft.com/office/officeart/2018/5/layout/IconCircleLabelList"/>
    <dgm:cxn modelId="{42FE933D-9A24-42FE-9D8C-96CC59C9E78A}" type="presParOf" srcId="{FC989E0D-3A3B-4AED-90FE-E1109910717B}" destId="{225EEF11-5273-4133-A860-6332C5C9CFE4}" srcOrd="2" destOrd="0" presId="urn:microsoft.com/office/officeart/2018/5/layout/IconCircleLabelList"/>
    <dgm:cxn modelId="{801CD7E8-4F21-460C-B8C5-83C05A032D22}" type="presParOf" srcId="{FC989E0D-3A3B-4AED-90FE-E1109910717B}" destId="{412E37CE-C7AF-4BE9-BF03-D3F3A7BC3BC2}" srcOrd="3" destOrd="0" presId="urn:microsoft.com/office/officeart/2018/5/layout/IconCircleLabelList"/>
    <dgm:cxn modelId="{7564A949-5577-45C2-BEB3-A751261B7E80}" type="presParOf" srcId="{FEAA5AC7-6995-42D6-B6FD-F091C1820AE0}" destId="{F1FE7A51-B552-4EF7-B2F3-D82DA6AF6EE3}" srcOrd="1" destOrd="0" presId="urn:microsoft.com/office/officeart/2018/5/layout/IconCircleLabelList"/>
    <dgm:cxn modelId="{0D583EF8-F280-4095-9183-099CB324B434}" type="presParOf" srcId="{FEAA5AC7-6995-42D6-B6FD-F091C1820AE0}" destId="{F2FB149E-E82C-447E-A453-DD954F8D8735}" srcOrd="2" destOrd="0" presId="urn:microsoft.com/office/officeart/2018/5/layout/IconCircleLabelList"/>
    <dgm:cxn modelId="{0F4CBE9B-96FC-4AD9-BF6E-9F62A4B4E7FF}" type="presParOf" srcId="{F2FB149E-E82C-447E-A453-DD954F8D8735}" destId="{7FC38F67-B5C4-4EFE-BCC6-52E35AC5CBE3}" srcOrd="0" destOrd="0" presId="urn:microsoft.com/office/officeart/2018/5/layout/IconCircleLabelList"/>
    <dgm:cxn modelId="{A438FB44-5C1A-496B-9D36-037986317FC2}" type="presParOf" srcId="{F2FB149E-E82C-447E-A453-DD954F8D8735}" destId="{FA67C93E-56F5-4E11-96D5-23DB247949DC}" srcOrd="1" destOrd="0" presId="urn:microsoft.com/office/officeart/2018/5/layout/IconCircleLabelList"/>
    <dgm:cxn modelId="{4B5344ED-A770-4ED6-A358-0E041D30FDEC}" type="presParOf" srcId="{F2FB149E-E82C-447E-A453-DD954F8D8735}" destId="{9CE96527-BF8B-48F3-90A8-B072AF8EC663}" srcOrd="2" destOrd="0" presId="urn:microsoft.com/office/officeart/2018/5/layout/IconCircleLabelList"/>
    <dgm:cxn modelId="{A0F00B3E-49AC-4D5B-A44B-2BCB56E3A436}" type="presParOf" srcId="{F2FB149E-E82C-447E-A453-DD954F8D8735}" destId="{C5D36ED7-627C-4F63-B93C-DBB1FABF5F69}" srcOrd="3" destOrd="0" presId="urn:microsoft.com/office/officeart/2018/5/layout/IconCircleLabelList"/>
    <dgm:cxn modelId="{707DF9A4-E071-4DF0-8673-0E86F6B3DF98}" type="presParOf" srcId="{FEAA5AC7-6995-42D6-B6FD-F091C1820AE0}" destId="{9D7FE882-7B31-435A-BBF6-2DE3384E34EE}" srcOrd="3" destOrd="0" presId="urn:microsoft.com/office/officeart/2018/5/layout/IconCircleLabelList"/>
    <dgm:cxn modelId="{BD4A5CB5-666B-42C3-8346-10D9AE2BDD5D}" type="presParOf" srcId="{FEAA5AC7-6995-42D6-B6FD-F091C1820AE0}" destId="{1B9A237F-7B12-4410-9CD1-40AA169FB8C9}" srcOrd="4" destOrd="0" presId="urn:microsoft.com/office/officeart/2018/5/layout/IconCircleLabelList"/>
    <dgm:cxn modelId="{2587D534-E973-4350-B628-21B7BABEA48D}" type="presParOf" srcId="{1B9A237F-7B12-4410-9CD1-40AA169FB8C9}" destId="{A24F01B0-03E8-4159-9AF6-1FD775025A86}" srcOrd="0" destOrd="0" presId="urn:microsoft.com/office/officeart/2018/5/layout/IconCircleLabelList"/>
    <dgm:cxn modelId="{739CC05A-AFE7-4D64-BC64-2E0C682F1E59}" type="presParOf" srcId="{1B9A237F-7B12-4410-9CD1-40AA169FB8C9}" destId="{C0E5BD2B-1BAD-47C8-B627-C5BD65DEC66B}" srcOrd="1" destOrd="0" presId="urn:microsoft.com/office/officeart/2018/5/layout/IconCircleLabelList"/>
    <dgm:cxn modelId="{5DAA9970-AEDC-41CE-BA81-08D4BCB62E03}" type="presParOf" srcId="{1B9A237F-7B12-4410-9CD1-40AA169FB8C9}" destId="{18F277C8-3659-4F4E-8060-B1C2A1BD6310}" srcOrd="2" destOrd="0" presId="urn:microsoft.com/office/officeart/2018/5/layout/IconCircleLabelList"/>
    <dgm:cxn modelId="{CAA2334B-E55B-4FE0-958A-C79D29A719D4}" type="presParOf" srcId="{1B9A237F-7B12-4410-9CD1-40AA169FB8C9}" destId="{4CFBEE0A-50E9-45BC-AD07-9E04137B1597}" srcOrd="3" destOrd="0" presId="urn:microsoft.com/office/officeart/2018/5/layout/IconCircleLabelList"/>
    <dgm:cxn modelId="{DC68CA3F-5CA8-48D0-8C88-AC1D75F9D0BE}" type="presParOf" srcId="{FEAA5AC7-6995-42D6-B6FD-F091C1820AE0}" destId="{D472D769-7578-4F9C-A57B-E3F73B8A2692}" srcOrd="5" destOrd="0" presId="urn:microsoft.com/office/officeart/2018/5/layout/IconCircleLabelList"/>
    <dgm:cxn modelId="{6E8F10D3-B461-4671-A260-65C72F0984C8}" type="presParOf" srcId="{FEAA5AC7-6995-42D6-B6FD-F091C1820AE0}" destId="{8B0C6CAC-0B8B-4885-88C7-A0DB36CBCC69}" srcOrd="6" destOrd="0" presId="urn:microsoft.com/office/officeart/2018/5/layout/IconCircleLabelList"/>
    <dgm:cxn modelId="{34282D03-670A-42A5-805F-D85C3FB2D5A7}" type="presParOf" srcId="{8B0C6CAC-0B8B-4885-88C7-A0DB36CBCC69}" destId="{6BD070EA-BD70-4C8C-AF87-E2F155CF8333}" srcOrd="0" destOrd="0" presId="urn:microsoft.com/office/officeart/2018/5/layout/IconCircleLabelList"/>
    <dgm:cxn modelId="{BE453B80-5535-42E5-81DD-3E38677FA972}" type="presParOf" srcId="{8B0C6CAC-0B8B-4885-88C7-A0DB36CBCC69}" destId="{42B3B502-BC2A-463B-981D-9B030A09783E}" srcOrd="1" destOrd="0" presId="urn:microsoft.com/office/officeart/2018/5/layout/IconCircleLabelList"/>
    <dgm:cxn modelId="{02A62FDB-4A07-4EA6-B2B8-397395F40C2E}" type="presParOf" srcId="{8B0C6CAC-0B8B-4885-88C7-A0DB36CBCC69}" destId="{FC79BBDE-A9E0-48BA-901B-E3BB461A5DC8}" srcOrd="2" destOrd="0" presId="urn:microsoft.com/office/officeart/2018/5/layout/IconCircleLabelList"/>
    <dgm:cxn modelId="{01C0653C-6A8E-4BEB-9BE6-7A8E311307A6}" type="presParOf" srcId="{8B0C6CAC-0B8B-4885-88C7-A0DB36CBCC69}" destId="{9674B76A-D6F7-47FE-A4B7-B75C85B6ED7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BFD2A06-1896-4580-BA86-0B43081509D5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3FE53F-6FB1-4E4F-AB26-6EC6F97547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Journaling support</a:t>
          </a:r>
        </a:p>
      </dgm:t>
    </dgm:pt>
    <dgm:pt modelId="{49502D70-0116-4FFE-BC89-DC46747A2A9D}" type="parTrans" cxnId="{3C1A3E0B-E9B4-4F95-902F-629289731182}">
      <dgm:prSet/>
      <dgm:spPr/>
      <dgm:t>
        <a:bodyPr/>
        <a:lstStyle/>
        <a:p>
          <a:endParaRPr lang="en-US"/>
        </a:p>
      </dgm:t>
    </dgm:pt>
    <dgm:pt modelId="{88784ED9-8AA0-4149-9A9B-72CDF484264E}" type="sibTrans" cxnId="{3C1A3E0B-E9B4-4F95-902F-62928973118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0934559-0305-460A-AE9D-667AD85148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Directory index</a:t>
          </a:r>
        </a:p>
      </dgm:t>
    </dgm:pt>
    <dgm:pt modelId="{850A9EF0-D868-4244-8296-A3125BE550CC}" type="parTrans" cxnId="{FA5077BE-67AB-4D15-BFCB-290FF51348EF}">
      <dgm:prSet/>
      <dgm:spPr/>
      <dgm:t>
        <a:bodyPr/>
        <a:lstStyle/>
        <a:p>
          <a:endParaRPr lang="en-US"/>
        </a:p>
      </dgm:t>
    </dgm:pt>
    <dgm:pt modelId="{CA99ED14-77E0-4072-B27F-DECF7901C399}" type="sibTrans" cxnId="{FA5077BE-67AB-4D15-BFCB-290FF51348E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0F04AE6-4D8C-48A3-8AFB-4767EDF261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2TB max file size</a:t>
          </a:r>
        </a:p>
      </dgm:t>
    </dgm:pt>
    <dgm:pt modelId="{D75523AB-E7E9-4F13-806D-384E7BCD645F}" type="parTrans" cxnId="{B4541FCB-441E-47F1-94B2-754530AFD1FF}">
      <dgm:prSet/>
      <dgm:spPr/>
      <dgm:t>
        <a:bodyPr/>
        <a:lstStyle/>
        <a:p>
          <a:endParaRPr lang="en-US"/>
        </a:p>
      </dgm:t>
    </dgm:pt>
    <dgm:pt modelId="{C8CF04FA-DCFF-41DF-858F-F5C00EB544A3}" type="sibTrans" cxnId="{B4541FCB-441E-47F1-94B2-754530AFD1F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708D419-BB36-444C-B55E-C5C8DD0360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32TB max volume size </a:t>
          </a:r>
        </a:p>
      </dgm:t>
    </dgm:pt>
    <dgm:pt modelId="{A409D35B-6C10-4D8D-9EAF-2E41B56B0DE7}" type="parTrans" cxnId="{E33C58FD-E1CF-4342-BD8A-7A91021778CB}">
      <dgm:prSet/>
      <dgm:spPr/>
      <dgm:t>
        <a:bodyPr/>
        <a:lstStyle/>
        <a:p>
          <a:endParaRPr lang="en-US"/>
        </a:p>
      </dgm:t>
    </dgm:pt>
    <dgm:pt modelId="{460A58B9-E126-424B-96A8-619992E4A46C}" type="sibTrans" cxnId="{E33C58FD-E1CF-4342-BD8A-7A91021778CB}">
      <dgm:prSet/>
      <dgm:spPr/>
      <dgm:t>
        <a:bodyPr/>
        <a:lstStyle/>
        <a:p>
          <a:endParaRPr lang="en-US"/>
        </a:p>
      </dgm:t>
    </dgm:pt>
    <dgm:pt modelId="{1E51BF33-7831-4B13-B1DD-9367F5A2CD5D}" type="pres">
      <dgm:prSet presAssocID="{DBFD2A06-1896-4580-BA86-0B43081509D5}" presName="root" presStyleCnt="0">
        <dgm:presLayoutVars>
          <dgm:dir/>
          <dgm:resizeHandles val="exact"/>
        </dgm:presLayoutVars>
      </dgm:prSet>
      <dgm:spPr/>
    </dgm:pt>
    <dgm:pt modelId="{379E7CA7-CBBF-4B0D-9530-A8E49CD88D7B}" type="pres">
      <dgm:prSet presAssocID="{DBFD2A06-1896-4580-BA86-0B43081509D5}" presName="container" presStyleCnt="0">
        <dgm:presLayoutVars>
          <dgm:dir/>
          <dgm:resizeHandles val="exact"/>
        </dgm:presLayoutVars>
      </dgm:prSet>
      <dgm:spPr/>
    </dgm:pt>
    <dgm:pt modelId="{9E1900D9-3127-44FA-9467-644FDB2FDC93}" type="pres">
      <dgm:prSet presAssocID="{B43FE53F-6FB1-4E4F-AB26-6EC6F975475B}" presName="compNode" presStyleCnt="0"/>
      <dgm:spPr/>
    </dgm:pt>
    <dgm:pt modelId="{D09C90DB-1FB7-4F4B-AB42-5F41F730727B}" type="pres">
      <dgm:prSet presAssocID="{B43FE53F-6FB1-4E4F-AB26-6EC6F975475B}" presName="iconBgRect" presStyleLbl="bgShp" presStyleIdx="0" presStyleCnt="4"/>
      <dgm:spPr/>
    </dgm:pt>
    <dgm:pt modelId="{44EAE877-139D-42CF-9E0D-B0E947E9F2CE}" type="pres">
      <dgm:prSet presAssocID="{B43FE53F-6FB1-4E4F-AB26-6EC6F975475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7EB8101E-3E90-4539-AE0F-FC87EA1EC836}" type="pres">
      <dgm:prSet presAssocID="{B43FE53F-6FB1-4E4F-AB26-6EC6F975475B}" presName="spaceRect" presStyleCnt="0"/>
      <dgm:spPr/>
    </dgm:pt>
    <dgm:pt modelId="{63540591-1C32-4CBF-9AB5-9F0B4E7FB1CF}" type="pres">
      <dgm:prSet presAssocID="{B43FE53F-6FB1-4E4F-AB26-6EC6F975475B}" presName="textRect" presStyleLbl="revTx" presStyleIdx="0" presStyleCnt="4">
        <dgm:presLayoutVars>
          <dgm:chMax val="1"/>
          <dgm:chPref val="1"/>
        </dgm:presLayoutVars>
      </dgm:prSet>
      <dgm:spPr/>
    </dgm:pt>
    <dgm:pt modelId="{FAA2412C-2906-453F-A98C-9200129057EA}" type="pres">
      <dgm:prSet presAssocID="{88784ED9-8AA0-4149-9A9B-72CDF484264E}" presName="sibTrans" presStyleLbl="sibTrans2D1" presStyleIdx="0" presStyleCnt="0"/>
      <dgm:spPr/>
    </dgm:pt>
    <dgm:pt modelId="{922A862F-028F-4394-9D96-C0B20143807E}" type="pres">
      <dgm:prSet presAssocID="{60934559-0305-460A-AE9D-667AD8514870}" presName="compNode" presStyleCnt="0"/>
      <dgm:spPr/>
    </dgm:pt>
    <dgm:pt modelId="{24D6817F-0EA4-44BE-ACEB-CD0B4E9B6D44}" type="pres">
      <dgm:prSet presAssocID="{60934559-0305-460A-AE9D-667AD8514870}" presName="iconBgRect" presStyleLbl="bgShp" presStyleIdx="1" presStyleCnt="4"/>
      <dgm:spPr/>
    </dgm:pt>
    <dgm:pt modelId="{AEC6E870-92FD-477C-B317-6873D20FA171}" type="pres">
      <dgm:prSet presAssocID="{60934559-0305-460A-AE9D-667AD851487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3A73A61-761D-42DF-820E-832668F865A5}" type="pres">
      <dgm:prSet presAssocID="{60934559-0305-460A-AE9D-667AD8514870}" presName="spaceRect" presStyleCnt="0"/>
      <dgm:spPr/>
    </dgm:pt>
    <dgm:pt modelId="{B81D3BED-D011-4E07-8EF7-FB16714129BD}" type="pres">
      <dgm:prSet presAssocID="{60934559-0305-460A-AE9D-667AD8514870}" presName="textRect" presStyleLbl="revTx" presStyleIdx="1" presStyleCnt="4">
        <dgm:presLayoutVars>
          <dgm:chMax val="1"/>
          <dgm:chPref val="1"/>
        </dgm:presLayoutVars>
      </dgm:prSet>
      <dgm:spPr/>
    </dgm:pt>
    <dgm:pt modelId="{5635F3FB-BBA6-40CE-B919-601EB84598A8}" type="pres">
      <dgm:prSet presAssocID="{CA99ED14-77E0-4072-B27F-DECF7901C399}" presName="sibTrans" presStyleLbl="sibTrans2D1" presStyleIdx="0" presStyleCnt="0"/>
      <dgm:spPr/>
    </dgm:pt>
    <dgm:pt modelId="{D923845E-8418-4616-B0F4-95DA570E004D}" type="pres">
      <dgm:prSet presAssocID="{60F04AE6-4D8C-48A3-8AFB-4767EDF2610F}" presName="compNode" presStyleCnt="0"/>
      <dgm:spPr/>
    </dgm:pt>
    <dgm:pt modelId="{0C752612-990D-4EE0-9458-D54CD454EDDB}" type="pres">
      <dgm:prSet presAssocID="{60F04AE6-4D8C-48A3-8AFB-4767EDF2610F}" presName="iconBgRect" presStyleLbl="bgShp" presStyleIdx="2" presStyleCnt="4"/>
      <dgm:spPr/>
    </dgm:pt>
    <dgm:pt modelId="{79BF7515-0B29-4866-AEB2-37077438609C}" type="pres">
      <dgm:prSet presAssocID="{60F04AE6-4D8C-48A3-8AFB-4767EDF2610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E0179DFA-5B75-4C44-BD76-9B4154B447C2}" type="pres">
      <dgm:prSet presAssocID="{60F04AE6-4D8C-48A3-8AFB-4767EDF2610F}" presName="spaceRect" presStyleCnt="0"/>
      <dgm:spPr/>
    </dgm:pt>
    <dgm:pt modelId="{825553F5-D42F-459E-A2CF-3DA40ADAF26D}" type="pres">
      <dgm:prSet presAssocID="{60F04AE6-4D8C-48A3-8AFB-4767EDF2610F}" presName="textRect" presStyleLbl="revTx" presStyleIdx="2" presStyleCnt="4">
        <dgm:presLayoutVars>
          <dgm:chMax val="1"/>
          <dgm:chPref val="1"/>
        </dgm:presLayoutVars>
      </dgm:prSet>
      <dgm:spPr/>
    </dgm:pt>
    <dgm:pt modelId="{5F11DF26-DDC9-4C44-B210-BA8D91A81155}" type="pres">
      <dgm:prSet presAssocID="{C8CF04FA-DCFF-41DF-858F-F5C00EB544A3}" presName="sibTrans" presStyleLbl="sibTrans2D1" presStyleIdx="0" presStyleCnt="0"/>
      <dgm:spPr/>
    </dgm:pt>
    <dgm:pt modelId="{96BAC397-3D59-45DD-A979-065722D9CD11}" type="pres">
      <dgm:prSet presAssocID="{5708D419-BB36-444C-B55E-C5C8DD036076}" presName="compNode" presStyleCnt="0"/>
      <dgm:spPr/>
    </dgm:pt>
    <dgm:pt modelId="{98EEF50D-2A82-474D-AE4B-D1AB7B7AECA1}" type="pres">
      <dgm:prSet presAssocID="{5708D419-BB36-444C-B55E-C5C8DD036076}" presName="iconBgRect" presStyleLbl="bgShp" presStyleIdx="3" presStyleCnt="4"/>
      <dgm:spPr/>
    </dgm:pt>
    <dgm:pt modelId="{5BA9745D-7865-4717-9C41-AFFD8D0BA0BE}" type="pres">
      <dgm:prSet presAssocID="{5708D419-BB36-444C-B55E-C5C8DD03607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mbling Chips with solid fill"/>
        </a:ext>
      </dgm:extLst>
    </dgm:pt>
    <dgm:pt modelId="{548D168B-EBAA-41D5-A157-9FB7BC9C5789}" type="pres">
      <dgm:prSet presAssocID="{5708D419-BB36-444C-B55E-C5C8DD036076}" presName="spaceRect" presStyleCnt="0"/>
      <dgm:spPr/>
    </dgm:pt>
    <dgm:pt modelId="{25B0FBC8-5CAC-4B2B-949D-CB1672E55E28}" type="pres">
      <dgm:prSet presAssocID="{5708D419-BB36-444C-B55E-C5C8DD03607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C1A3E0B-E9B4-4F95-902F-629289731182}" srcId="{DBFD2A06-1896-4580-BA86-0B43081509D5}" destId="{B43FE53F-6FB1-4E4F-AB26-6EC6F975475B}" srcOrd="0" destOrd="0" parTransId="{49502D70-0116-4FFE-BC89-DC46747A2A9D}" sibTransId="{88784ED9-8AA0-4149-9A9B-72CDF484264E}"/>
    <dgm:cxn modelId="{2376603E-2B33-4B18-A802-F3C3C262EBBE}" type="presOf" srcId="{CA99ED14-77E0-4072-B27F-DECF7901C399}" destId="{5635F3FB-BBA6-40CE-B919-601EB84598A8}" srcOrd="0" destOrd="0" presId="urn:microsoft.com/office/officeart/2018/2/layout/IconCircleList"/>
    <dgm:cxn modelId="{F9A0E941-EE71-45A6-B32A-7842604ED674}" type="presOf" srcId="{60F04AE6-4D8C-48A3-8AFB-4767EDF2610F}" destId="{825553F5-D42F-459E-A2CF-3DA40ADAF26D}" srcOrd="0" destOrd="0" presId="urn:microsoft.com/office/officeart/2018/2/layout/IconCircleList"/>
    <dgm:cxn modelId="{A5446B75-9855-44C4-8CF8-5D01BCAE2883}" type="presOf" srcId="{DBFD2A06-1896-4580-BA86-0B43081509D5}" destId="{1E51BF33-7831-4B13-B1DD-9367F5A2CD5D}" srcOrd="0" destOrd="0" presId="urn:microsoft.com/office/officeart/2018/2/layout/IconCircleList"/>
    <dgm:cxn modelId="{3BFEAD96-E3A6-43AA-B4D2-9F3A8170B621}" type="presOf" srcId="{C8CF04FA-DCFF-41DF-858F-F5C00EB544A3}" destId="{5F11DF26-DDC9-4C44-B210-BA8D91A81155}" srcOrd="0" destOrd="0" presId="urn:microsoft.com/office/officeart/2018/2/layout/IconCircleList"/>
    <dgm:cxn modelId="{1177BDA2-ED92-42CA-A8D0-90379F19E6A6}" type="presOf" srcId="{5708D419-BB36-444C-B55E-C5C8DD036076}" destId="{25B0FBC8-5CAC-4B2B-949D-CB1672E55E28}" srcOrd="0" destOrd="0" presId="urn:microsoft.com/office/officeart/2018/2/layout/IconCircleList"/>
    <dgm:cxn modelId="{FA5077BE-67AB-4D15-BFCB-290FF51348EF}" srcId="{DBFD2A06-1896-4580-BA86-0B43081509D5}" destId="{60934559-0305-460A-AE9D-667AD8514870}" srcOrd="1" destOrd="0" parTransId="{850A9EF0-D868-4244-8296-A3125BE550CC}" sibTransId="{CA99ED14-77E0-4072-B27F-DECF7901C399}"/>
    <dgm:cxn modelId="{B4541FCB-441E-47F1-94B2-754530AFD1FF}" srcId="{DBFD2A06-1896-4580-BA86-0B43081509D5}" destId="{60F04AE6-4D8C-48A3-8AFB-4767EDF2610F}" srcOrd="2" destOrd="0" parTransId="{D75523AB-E7E9-4F13-806D-384E7BCD645F}" sibTransId="{C8CF04FA-DCFF-41DF-858F-F5C00EB544A3}"/>
    <dgm:cxn modelId="{5BA2A8CD-8EB2-4042-ACB5-F92DB6B2D91D}" type="presOf" srcId="{88784ED9-8AA0-4149-9A9B-72CDF484264E}" destId="{FAA2412C-2906-453F-A98C-9200129057EA}" srcOrd="0" destOrd="0" presId="urn:microsoft.com/office/officeart/2018/2/layout/IconCircleList"/>
    <dgm:cxn modelId="{1DC88AD6-51DF-4F87-83C4-E5C3FD8544DE}" type="presOf" srcId="{60934559-0305-460A-AE9D-667AD8514870}" destId="{B81D3BED-D011-4E07-8EF7-FB16714129BD}" srcOrd="0" destOrd="0" presId="urn:microsoft.com/office/officeart/2018/2/layout/IconCircleList"/>
    <dgm:cxn modelId="{C388F5FC-928B-44C0-BE1E-0953FE75EFDE}" type="presOf" srcId="{B43FE53F-6FB1-4E4F-AB26-6EC6F975475B}" destId="{63540591-1C32-4CBF-9AB5-9F0B4E7FB1CF}" srcOrd="0" destOrd="0" presId="urn:microsoft.com/office/officeart/2018/2/layout/IconCircleList"/>
    <dgm:cxn modelId="{E33C58FD-E1CF-4342-BD8A-7A91021778CB}" srcId="{DBFD2A06-1896-4580-BA86-0B43081509D5}" destId="{5708D419-BB36-444C-B55E-C5C8DD036076}" srcOrd="3" destOrd="0" parTransId="{A409D35B-6C10-4D8D-9EAF-2E41B56B0DE7}" sibTransId="{460A58B9-E126-424B-96A8-619992E4A46C}"/>
    <dgm:cxn modelId="{A701D7CC-DCDB-467C-8915-BED717F8DE94}" type="presParOf" srcId="{1E51BF33-7831-4B13-B1DD-9367F5A2CD5D}" destId="{379E7CA7-CBBF-4B0D-9530-A8E49CD88D7B}" srcOrd="0" destOrd="0" presId="urn:microsoft.com/office/officeart/2018/2/layout/IconCircleList"/>
    <dgm:cxn modelId="{94E6864E-6D84-4D7D-9096-A0D2CD38ADD4}" type="presParOf" srcId="{379E7CA7-CBBF-4B0D-9530-A8E49CD88D7B}" destId="{9E1900D9-3127-44FA-9467-644FDB2FDC93}" srcOrd="0" destOrd="0" presId="urn:microsoft.com/office/officeart/2018/2/layout/IconCircleList"/>
    <dgm:cxn modelId="{1D68FBA6-5BD1-4E0A-B785-9E01A4A7B898}" type="presParOf" srcId="{9E1900D9-3127-44FA-9467-644FDB2FDC93}" destId="{D09C90DB-1FB7-4F4B-AB42-5F41F730727B}" srcOrd="0" destOrd="0" presId="urn:microsoft.com/office/officeart/2018/2/layout/IconCircleList"/>
    <dgm:cxn modelId="{E9BF457C-9942-495C-B583-0218DED0E16D}" type="presParOf" srcId="{9E1900D9-3127-44FA-9467-644FDB2FDC93}" destId="{44EAE877-139D-42CF-9E0D-B0E947E9F2CE}" srcOrd="1" destOrd="0" presId="urn:microsoft.com/office/officeart/2018/2/layout/IconCircleList"/>
    <dgm:cxn modelId="{B34C5EB9-FB44-468C-A07C-16613A7B3CDE}" type="presParOf" srcId="{9E1900D9-3127-44FA-9467-644FDB2FDC93}" destId="{7EB8101E-3E90-4539-AE0F-FC87EA1EC836}" srcOrd="2" destOrd="0" presId="urn:microsoft.com/office/officeart/2018/2/layout/IconCircleList"/>
    <dgm:cxn modelId="{5A1EAACB-6B02-4124-AA08-A339F4D3981E}" type="presParOf" srcId="{9E1900D9-3127-44FA-9467-644FDB2FDC93}" destId="{63540591-1C32-4CBF-9AB5-9F0B4E7FB1CF}" srcOrd="3" destOrd="0" presId="urn:microsoft.com/office/officeart/2018/2/layout/IconCircleList"/>
    <dgm:cxn modelId="{307E728F-381A-4884-928E-507795CBF580}" type="presParOf" srcId="{379E7CA7-CBBF-4B0D-9530-A8E49CD88D7B}" destId="{FAA2412C-2906-453F-A98C-9200129057EA}" srcOrd="1" destOrd="0" presId="urn:microsoft.com/office/officeart/2018/2/layout/IconCircleList"/>
    <dgm:cxn modelId="{E7724456-2AF0-4B87-BCCC-F77AE05D9220}" type="presParOf" srcId="{379E7CA7-CBBF-4B0D-9530-A8E49CD88D7B}" destId="{922A862F-028F-4394-9D96-C0B20143807E}" srcOrd="2" destOrd="0" presId="urn:microsoft.com/office/officeart/2018/2/layout/IconCircleList"/>
    <dgm:cxn modelId="{0D8EEE79-4876-47B1-8309-21CC53D5BF36}" type="presParOf" srcId="{922A862F-028F-4394-9D96-C0B20143807E}" destId="{24D6817F-0EA4-44BE-ACEB-CD0B4E9B6D44}" srcOrd="0" destOrd="0" presId="urn:microsoft.com/office/officeart/2018/2/layout/IconCircleList"/>
    <dgm:cxn modelId="{97C1FCBD-D2D2-47AE-AE73-251A939A19EB}" type="presParOf" srcId="{922A862F-028F-4394-9D96-C0B20143807E}" destId="{AEC6E870-92FD-477C-B317-6873D20FA171}" srcOrd="1" destOrd="0" presId="urn:microsoft.com/office/officeart/2018/2/layout/IconCircleList"/>
    <dgm:cxn modelId="{89B25862-2425-4234-B336-0C16EF6CA06D}" type="presParOf" srcId="{922A862F-028F-4394-9D96-C0B20143807E}" destId="{E3A73A61-761D-42DF-820E-832668F865A5}" srcOrd="2" destOrd="0" presId="urn:microsoft.com/office/officeart/2018/2/layout/IconCircleList"/>
    <dgm:cxn modelId="{C58BFF95-D466-48C8-972F-85013A1E88DF}" type="presParOf" srcId="{922A862F-028F-4394-9D96-C0B20143807E}" destId="{B81D3BED-D011-4E07-8EF7-FB16714129BD}" srcOrd="3" destOrd="0" presId="urn:microsoft.com/office/officeart/2018/2/layout/IconCircleList"/>
    <dgm:cxn modelId="{EF32FA3D-4BD5-422E-8EBA-05CFFFF13914}" type="presParOf" srcId="{379E7CA7-CBBF-4B0D-9530-A8E49CD88D7B}" destId="{5635F3FB-BBA6-40CE-B919-601EB84598A8}" srcOrd="3" destOrd="0" presId="urn:microsoft.com/office/officeart/2018/2/layout/IconCircleList"/>
    <dgm:cxn modelId="{E6F4D111-8591-43C4-8D3F-4F453C7FAEDA}" type="presParOf" srcId="{379E7CA7-CBBF-4B0D-9530-A8E49CD88D7B}" destId="{D923845E-8418-4616-B0F4-95DA570E004D}" srcOrd="4" destOrd="0" presId="urn:microsoft.com/office/officeart/2018/2/layout/IconCircleList"/>
    <dgm:cxn modelId="{0922D103-9833-43EC-9D1D-16D48F1FFD57}" type="presParOf" srcId="{D923845E-8418-4616-B0F4-95DA570E004D}" destId="{0C752612-990D-4EE0-9458-D54CD454EDDB}" srcOrd="0" destOrd="0" presId="urn:microsoft.com/office/officeart/2018/2/layout/IconCircleList"/>
    <dgm:cxn modelId="{3E32DD36-66A1-4FE3-AF91-AFB413764756}" type="presParOf" srcId="{D923845E-8418-4616-B0F4-95DA570E004D}" destId="{79BF7515-0B29-4866-AEB2-37077438609C}" srcOrd="1" destOrd="0" presId="urn:microsoft.com/office/officeart/2018/2/layout/IconCircleList"/>
    <dgm:cxn modelId="{2CE2FB50-2834-4F87-80A2-EDF02A88D5B8}" type="presParOf" srcId="{D923845E-8418-4616-B0F4-95DA570E004D}" destId="{E0179DFA-5B75-4C44-BD76-9B4154B447C2}" srcOrd="2" destOrd="0" presId="urn:microsoft.com/office/officeart/2018/2/layout/IconCircleList"/>
    <dgm:cxn modelId="{19B01F38-7CAF-43A2-865A-E28DA2ACF303}" type="presParOf" srcId="{D923845E-8418-4616-B0F4-95DA570E004D}" destId="{825553F5-D42F-459E-A2CF-3DA40ADAF26D}" srcOrd="3" destOrd="0" presId="urn:microsoft.com/office/officeart/2018/2/layout/IconCircleList"/>
    <dgm:cxn modelId="{D460AC9D-E691-4D51-8671-4A1D1B850027}" type="presParOf" srcId="{379E7CA7-CBBF-4B0D-9530-A8E49CD88D7B}" destId="{5F11DF26-DDC9-4C44-B210-BA8D91A81155}" srcOrd="5" destOrd="0" presId="urn:microsoft.com/office/officeart/2018/2/layout/IconCircleList"/>
    <dgm:cxn modelId="{9205FDCD-6BF4-402D-8871-25DC015AA605}" type="presParOf" srcId="{379E7CA7-CBBF-4B0D-9530-A8E49CD88D7B}" destId="{96BAC397-3D59-45DD-A979-065722D9CD11}" srcOrd="6" destOrd="0" presId="urn:microsoft.com/office/officeart/2018/2/layout/IconCircleList"/>
    <dgm:cxn modelId="{D4698DC5-8EA4-4989-8F01-668C9989C8DD}" type="presParOf" srcId="{96BAC397-3D59-45DD-A979-065722D9CD11}" destId="{98EEF50D-2A82-474D-AE4B-D1AB7B7AECA1}" srcOrd="0" destOrd="0" presId="urn:microsoft.com/office/officeart/2018/2/layout/IconCircleList"/>
    <dgm:cxn modelId="{339291D8-0483-40FB-8618-F11EFEFAB959}" type="presParOf" srcId="{96BAC397-3D59-45DD-A979-065722D9CD11}" destId="{5BA9745D-7865-4717-9C41-AFFD8D0BA0BE}" srcOrd="1" destOrd="0" presId="urn:microsoft.com/office/officeart/2018/2/layout/IconCircleList"/>
    <dgm:cxn modelId="{B36F7294-AFA6-46CD-B624-5F8D03A1D64F}" type="presParOf" srcId="{96BAC397-3D59-45DD-A979-065722D9CD11}" destId="{548D168B-EBAA-41D5-A157-9FB7BC9C5789}" srcOrd="2" destOrd="0" presId="urn:microsoft.com/office/officeart/2018/2/layout/IconCircleList"/>
    <dgm:cxn modelId="{BF2490B5-9972-4DA8-9A88-77C37BABA40C}" type="presParOf" srcId="{96BAC397-3D59-45DD-A979-065722D9CD11}" destId="{25B0FBC8-5CAC-4B2B-949D-CB1672E55E2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D73EF5D-1E22-444B-BEC4-6DB6D5AF0C30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AB36EFB-01B7-46E6-BB52-1181A4E3C72C}">
      <dgm:prSet/>
      <dgm:spPr/>
      <dgm:t>
        <a:bodyPr/>
        <a:lstStyle/>
        <a:p>
          <a:r>
            <a:rPr lang="en-US" b="0" i="0"/>
            <a:t>Journal checksum</a:t>
          </a:r>
          <a:endParaRPr lang="en-US"/>
        </a:p>
      </dgm:t>
    </dgm:pt>
    <dgm:pt modelId="{A9B7DEFD-C7FE-4118-95BB-624B853163E4}" type="parTrans" cxnId="{5CB02250-DB07-413D-9802-82BEB86D460D}">
      <dgm:prSet/>
      <dgm:spPr/>
      <dgm:t>
        <a:bodyPr/>
        <a:lstStyle/>
        <a:p>
          <a:endParaRPr lang="en-US"/>
        </a:p>
      </dgm:t>
    </dgm:pt>
    <dgm:pt modelId="{EE10011A-4AA2-4943-AE66-AE5B3F1F6A21}" type="sibTrans" cxnId="{5CB02250-DB07-413D-9802-82BEB86D460D}">
      <dgm:prSet/>
      <dgm:spPr/>
      <dgm:t>
        <a:bodyPr/>
        <a:lstStyle/>
        <a:p>
          <a:endParaRPr lang="en-US"/>
        </a:p>
      </dgm:t>
    </dgm:pt>
    <dgm:pt modelId="{FC4D54D7-9757-4932-9255-300126072E0F}">
      <dgm:prSet/>
      <dgm:spPr/>
      <dgm:t>
        <a:bodyPr/>
        <a:lstStyle/>
        <a:p>
          <a:r>
            <a:rPr lang="en-US"/>
            <a:t>Unlimited subdirectories</a:t>
          </a:r>
        </a:p>
      </dgm:t>
    </dgm:pt>
    <dgm:pt modelId="{13249B0E-525D-459E-9B55-BC227866E6C4}" type="parTrans" cxnId="{9B39278E-A14D-4450-91D5-F981C5887AC7}">
      <dgm:prSet/>
      <dgm:spPr/>
      <dgm:t>
        <a:bodyPr/>
        <a:lstStyle/>
        <a:p>
          <a:endParaRPr lang="en-US"/>
        </a:p>
      </dgm:t>
    </dgm:pt>
    <dgm:pt modelId="{BEC1915D-D48C-404B-8D00-CADCF6130ECE}" type="sibTrans" cxnId="{9B39278E-A14D-4450-91D5-F981C5887AC7}">
      <dgm:prSet/>
      <dgm:spPr/>
      <dgm:t>
        <a:bodyPr/>
        <a:lstStyle/>
        <a:p>
          <a:endParaRPr lang="en-US"/>
        </a:p>
      </dgm:t>
    </dgm:pt>
    <dgm:pt modelId="{AB81BCEF-841C-4216-B097-5D87B46F0D02}">
      <dgm:prSet/>
      <dgm:spPr/>
      <dgm:t>
        <a:bodyPr/>
        <a:lstStyle/>
        <a:p>
          <a:r>
            <a:rPr lang="en-US" b="0" i="0"/>
            <a:t>Persistent pre-allocation</a:t>
          </a:r>
          <a:endParaRPr lang="en-US"/>
        </a:p>
      </dgm:t>
    </dgm:pt>
    <dgm:pt modelId="{C65A50CB-D003-4292-9DD6-BA2891A7AC82}" type="parTrans" cxnId="{A2A066A3-7B70-40F6-A103-C82B7D23409C}">
      <dgm:prSet/>
      <dgm:spPr/>
      <dgm:t>
        <a:bodyPr/>
        <a:lstStyle/>
        <a:p>
          <a:endParaRPr lang="en-US"/>
        </a:p>
      </dgm:t>
    </dgm:pt>
    <dgm:pt modelId="{52F9C8CB-458C-485F-B91F-E5A7F4DDE90A}" type="sibTrans" cxnId="{A2A066A3-7B70-40F6-A103-C82B7D23409C}">
      <dgm:prSet/>
      <dgm:spPr/>
      <dgm:t>
        <a:bodyPr/>
        <a:lstStyle/>
        <a:p>
          <a:endParaRPr lang="en-US"/>
        </a:p>
      </dgm:t>
    </dgm:pt>
    <dgm:pt modelId="{BB63FD8B-7880-4949-812C-EFAFB6D7ACA7}">
      <dgm:prSet/>
      <dgm:spPr/>
      <dgm:t>
        <a:bodyPr/>
        <a:lstStyle/>
        <a:p>
          <a:r>
            <a:rPr lang="en-US"/>
            <a:t>Faster filechecking</a:t>
          </a:r>
        </a:p>
      </dgm:t>
    </dgm:pt>
    <dgm:pt modelId="{C636124D-352B-4E27-8723-AE875452D91B}" type="parTrans" cxnId="{535A91BE-37C0-42CB-9973-81EED85F7DAC}">
      <dgm:prSet/>
      <dgm:spPr/>
      <dgm:t>
        <a:bodyPr/>
        <a:lstStyle/>
        <a:p>
          <a:endParaRPr lang="en-US"/>
        </a:p>
      </dgm:t>
    </dgm:pt>
    <dgm:pt modelId="{08653046-93BA-4681-874E-605EE689EAEF}" type="sibTrans" cxnId="{535A91BE-37C0-42CB-9973-81EED85F7DAC}">
      <dgm:prSet/>
      <dgm:spPr/>
      <dgm:t>
        <a:bodyPr/>
        <a:lstStyle/>
        <a:p>
          <a:endParaRPr lang="en-US"/>
        </a:p>
      </dgm:t>
    </dgm:pt>
    <dgm:pt modelId="{2E30E123-3268-4E67-9016-32A81626A17D}">
      <dgm:prSet/>
      <dgm:spPr/>
      <dgm:t>
        <a:bodyPr/>
        <a:lstStyle/>
        <a:p>
          <a:r>
            <a:rPr lang="en-US" b="0" i="0"/>
            <a:t>Windows &amp; MacOS support</a:t>
          </a:r>
          <a:endParaRPr lang="en-US"/>
        </a:p>
      </dgm:t>
    </dgm:pt>
    <dgm:pt modelId="{0B60C8A2-257E-4974-9DE5-F6B9108ED9F0}" type="parTrans" cxnId="{A7CA0702-D480-431F-B293-A0457703F9D2}">
      <dgm:prSet/>
      <dgm:spPr/>
      <dgm:t>
        <a:bodyPr/>
        <a:lstStyle/>
        <a:p>
          <a:endParaRPr lang="en-US"/>
        </a:p>
      </dgm:t>
    </dgm:pt>
    <dgm:pt modelId="{329218A8-DAD1-4D8A-B056-79A8716107FB}" type="sibTrans" cxnId="{A7CA0702-D480-431F-B293-A0457703F9D2}">
      <dgm:prSet/>
      <dgm:spPr/>
      <dgm:t>
        <a:bodyPr/>
        <a:lstStyle/>
        <a:p>
          <a:endParaRPr lang="en-US"/>
        </a:p>
      </dgm:t>
    </dgm:pt>
    <dgm:pt modelId="{393C0186-30C8-42E7-9245-113BB39646C8}">
      <dgm:prSet/>
      <dgm:spPr/>
      <dgm:t>
        <a:bodyPr/>
        <a:lstStyle/>
        <a:p>
          <a:r>
            <a:rPr lang="id-ID" b="0" i="0"/>
            <a:t>16</a:t>
          </a:r>
          <a:r>
            <a:rPr lang="en-US"/>
            <a:t>TB max file size</a:t>
          </a:r>
        </a:p>
      </dgm:t>
    </dgm:pt>
    <dgm:pt modelId="{D94BB933-BDC6-48FC-A640-B4C8F77ECDE5}" type="parTrans" cxnId="{03037C86-2D9D-4718-B200-3FC8587A0ED8}">
      <dgm:prSet/>
      <dgm:spPr/>
      <dgm:t>
        <a:bodyPr/>
        <a:lstStyle/>
        <a:p>
          <a:endParaRPr lang="en-US"/>
        </a:p>
      </dgm:t>
    </dgm:pt>
    <dgm:pt modelId="{4BEC8462-35B2-4380-9D23-C75EB87B9B6F}" type="sibTrans" cxnId="{03037C86-2D9D-4718-B200-3FC8587A0ED8}">
      <dgm:prSet/>
      <dgm:spPr/>
      <dgm:t>
        <a:bodyPr/>
        <a:lstStyle/>
        <a:p>
          <a:endParaRPr lang="en-US"/>
        </a:p>
      </dgm:t>
    </dgm:pt>
    <dgm:pt modelId="{0CDC9124-4827-4E9B-BF89-D98FA22ECF5B}">
      <dgm:prSet/>
      <dgm:spPr/>
      <dgm:t>
        <a:bodyPr/>
        <a:lstStyle/>
        <a:p>
          <a:r>
            <a:rPr lang="en-US"/>
            <a:t>1EB max volume size </a:t>
          </a:r>
        </a:p>
      </dgm:t>
    </dgm:pt>
    <dgm:pt modelId="{405040E8-2E7B-4487-9D78-95F13E70ED94}" type="parTrans" cxnId="{57AEA34F-ECD3-4C69-80CC-BB4CDF123361}">
      <dgm:prSet/>
      <dgm:spPr/>
      <dgm:t>
        <a:bodyPr/>
        <a:lstStyle/>
        <a:p>
          <a:endParaRPr lang="en-US"/>
        </a:p>
      </dgm:t>
    </dgm:pt>
    <dgm:pt modelId="{91F5028C-A6A9-4735-A122-99C04399A89E}" type="sibTrans" cxnId="{57AEA34F-ECD3-4C69-80CC-BB4CDF123361}">
      <dgm:prSet/>
      <dgm:spPr/>
      <dgm:t>
        <a:bodyPr/>
        <a:lstStyle/>
        <a:p>
          <a:endParaRPr lang="en-US"/>
        </a:p>
      </dgm:t>
    </dgm:pt>
    <dgm:pt modelId="{31DEB188-1681-4D78-B602-0FC19AF16187}" type="pres">
      <dgm:prSet presAssocID="{FD73EF5D-1E22-444B-BEC4-6DB6D5AF0C30}" presName="diagram" presStyleCnt="0">
        <dgm:presLayoutVars>
          <dgm:dir/>
          <dgm:resizeHandles val="exact"/>
        </dgm:presLayoutVars>
      </dgm:prSet>
      <dgm:spPr/>
    </dgm:pt>
    <dgm:pt modelId="{BCFD9595-ACF6-4292-A98A-A042C55613EF}" type="pres">
      <dgm:prSet presAssocID="{1AB36EFB-01B7-46E6-BB52-1181A4E3C72C}" presName="node" presStyleLbl="node1" presStyleIdx="0" presStyleCnt="7">
        <dgm:presLayoutVars>
          <dgm:bulletEnabled val="1"/>
        </dgm:presLayoutVars>
      </dgm:prSet>
      <dgm:spPr/>
    </dgm:pt>
    <dgm:pt modelId="{FC731C1C-B31F-4D95-941A-5C64D74FFEB5}" type="pres">
      <dgm:prSet presAssocID="{EE10011A-4AA2-4943-AE66-AE5B3F1F6A21}" presName="sibTrans" presStyleCnt="0"/>
      <dgm:spPr/>
    </dgm:pt>
    <dgm:pt modelId="{70B973CD-8279-4663-80A6-00A70D2A469A}" type="pres">
      <dgm:prSet presAssocID="{FC4D54D7-9757-4932-9255-300126072E0F}" presName="node" presStyleLbl="node1" presStyleIdx="1" presStyleCnt="7">
        <dgm:presLayoutVars>
          <dgm:bulletEnabled val="1"/>
        </dgm:presLayoutVars>
      </dgm:prSet>
      <dgm:spPr/>
    </dgm:pt>
    <dgm:pt modelId="{70D2E293-5C7D-4B19-8BC9-FD233381F991}" type="pres">
      <dgm:prSet presAssocID="{BEC1915D-D48C-404B-8D00-CADCF6130ECE}" presName="sibTrans" presStyleCnt="0"/>
      <dgm:spPr/>
    </dgm:pt>
    <dgm:pt modelId="{057E4794-2655-425A-94F2-04D0A2A1D1FE}" type="pres">
      <dgm:prSet presAssocID="{AB81BCEF-841C-4216-B097-5D87B46F0D02}" presName="node" presStyleLbl="node1" presStyleIdx="2" presStyleCnt="7">
        <dgm:presLayoutVars>
          <dgm:bulletEnabled val="1"/>
        </dgm:presLayoutVars>
      </dgm:prSet>
      <dgm:spPr/>
    </dgm:pt>
    <dgm:pt modelId="{882321C5-A092-42E9-82AF-EC94A4B85BCA}" type="pres">
      <dgm:prSet presAssocID="{52F9C8CB-458C-485F-B91F-E5A7F4DDE90A}" presName="sibTrans" presStyleCnt="0"/>
      <dgm:spPr/>
    </dgm:pt>
    <dgm:pt modelId="{A85D0A17-484E-4916-A1D2-63BA6CAC451E}" type="pres">
      <dgm:prSet presAssocID="{BB63FD8B-7880-4949-812C-EFAFB6D7ACA7}" presName="node" presStyleLbl="node1" presStyleIdx="3" presStyleCnt="7">
        <dgm:presLayoutVars>
          <dgm:bulletEnabled val="1"/>
        </dgm:presLayoutVars>
      </dgm:prSet>
      <dgm:spPr/>
    </dgm:pt>
    <dgm:pt modelId="{89082AFF-3792-438B-A92F-AE7FA186D237}" type="pres">
      <dgm:prSet presAssocID="{08653046-93BA-4681-874E-605EE689EAEF}" presName="sibTrans" presStyleCnt="0"/>
      <dgm:spPr/>
    </dgm:pt>
    <dgm:pt modelId="{85AFFE6F-23CA-48AF-8792-5CAF7FC506FB}" type="pres">
      <dgm:prSet presAssocID="{2E30E123-3268-4E67-9016-32A81626A17D}" presName="node" presStyleLbl="node1" presStyleIdx="4" presStyleCnt="7">
        <dgm:presLayoutVars>
          <dgm:bulletEnabled val="1"/>
        </dgm:presLayoutVars>
      </dgm:prSet>
      <dgm:spPr/>
    </dgm:pt>
    <dgm:pt modelId="{E8BAFE36-186B-41D5-8FE5-61618F9048E7}" type="pres">
      <dgm:prSet presAssocID="{329218A8-DAD1-4D8A-B056-79A8716107FB}" presName="sibTrans" presStyleCnt="0"/>
      <dgm:spPr/>
    </dgm:pt>
    <dgm:pt modelId="{0DD4D376-B1FE-4056-BE97-4FAF8644F885}" type="pres">
      <dgm:prSet presAssocID="{393C0186-30C8-42E7-9245-113BB39646C8}" presName="node" presStyleLbl="node1" presStyleIdx="5" presStyleCnt="7">
        <dgm:presLayoutVars>
          <dgm:bulletEnabled val="1"/>
        </dgm:presLayoutVars>
      </dgm:prSet>
      <dgm:spPr/>
    </dgm:pt>
    <dgm:pt modelId="{44B3B20A-EC2E-4739-A79A-89D932AC87CC}" type="pres">
      <dgm:prSet presAssocID="{4BEC8462-35B2-4380-9D23-C75EB87B9B6F}" presName="sibTrans" presStyleCnt="0"/>
      <dgm:spPr/>
    </dgm:pt>
    <dgm:pt modelId="{78102764-4E1E-4809-BF86-1E3FF322F6CB}" type="pres">
      <dgm:prSet presAssocID="{0CDC9124-4827-4E9B-BF89-D98FA22ECF5B}" presName="node" presStyleLbl="node1" presStyleIdx="6" presStyleCnt="7">
        <dgm:presLayoutVars>
          <dgm:bulletEnabled val="1"/>
        </dgm:presLayoutVars>
      </dgm:prSet>
      <dgm:spPr/>
    </dgm:pt>
  </dgm:ptLst>
  <dgm:cxnLst>
    <dgm:cxn modelId="{2E4C1200-E33A-49B1-879D-6B8F034FBA75}" type="presOf" srcId="{FC4D54D7-9757-4932-9255-300126072E0F}" destId="{70B973CD-8279-4663-80A6-00A70D2A469A}" srcOrd="0" destOrd="0" presId="urn:microsoft.com/office/officeart/2005/8/layout/default"/>
    <dgm:cxn modelId="{A7CA0702-D480-431F-B293-A0457703F9D2}" srcId="{FD73EF5D-1E22-444B-BEC4-6DB6D5AF0C30}" destId="{2E30E123-3268-4E67-9016-32A81626A17D}" srcOrd="4" destOrd="0" parTransId="{0B60C8A2-257E-4974-9DE5-F6B9108ED9F0}" sibTransId="{329218A8-DAD1-4D8A-B056-79A8716107FB}"/>
    <dgm:cxn modelId="{25B03D11-2603-4B2D-BB92-65D29814B5D6}" type="presOf" srcId="{BB63FD8B-7880-4949-812C-EFAFB6D7ACA7}" destId="{A85D0A17-484E-4916-A1D2-63BA6CAC451E}" srcOrd="0" destOrd="0" presId="urn:microsoft.com/office/officeart/2005/8/layout/default"/>
    <dgm:cxn modelId="{857EAC42-D268-427C-868C-6CB21F165AB6}" type="presOf" srcId="{393C0186-30C8-42E7-9245-113BB39646C8}" destId="{0DD4D376-B1FE-4056-BE97-4FAF8644F885}" srcOrd="0" destOrd="0" presId="urn:microsoft.com/office/officeart/2005/8/layout/default"/>
    <dgm:cxn modelId="{57AEA34F-ECD3-4C69-80CC-BB4CDF123361}" srcId="{FD73EF5D-1E22-444B-BEC4-6DB6D5AF0C30}" destId="{0CDC9124-4827-4E9B-BF89-D98FA22ECF5B}" srcOrd="6" destOrd="0" parTransId="{405040E8-2E7B-4487-9D78-95F13E70ED94}" sibTransId="{91F5028C-A6A9-4735-A122-99C04399A89E}"/>
    <dgm:cxn modelId="{5CB02250-DB07-413D-9802-82BEB86D460D}" srcId="{FD73EF5D-1E22-444B-BEC4-6DB6D5AF0C30}" destId="{1AB36EFB-01B7-46E6-BB52-1181A4E3C72C}" srcOrd="0" destOrd="0" parTransId="{A9B7DEFD-C7FE-4118-95BB-624B853163E4}" sibTransId="{EE10011A-4AA2-4943-AE66-AE5B3F1F6A21}"/>
    <dgm:cxn modelId="{98BB4E51-50D7-4106-B3A7-70387BE0DAD1}" type="presOf" srcId="{0CDC9124-4827-4E9B-BF89-D98FA22ECF5B}" destId="{78102764-4E1E-4809-BF86-1E3FF322F6CB}" srcOrd="0" destOrd="0" presId="urn:microsoft.com/office/officeart/2005/8/layout/default"/>
    <dgm:cxn modelId="{6D9A1D81-3F7D-44DC-A337-CE0B9C43853C}" type="presOf" srcId="{2E30E123-3268-4E67-9016-32A81626A17D}" destId="{85AFFE6F-23CA-48AF-8792-5CAF7FC506FB}" srcOrd="0" destOrd="0" presId="urn:microsoft.com/office/officeart/2005/8/layout/default"/>
    <dgm:cxn modelId="{03037C86-2D9D-4718-B200-3FC8587A0ED8}" srcId="{FD73EF5D-1E22-444B-BEC4-6DB6D5AF0C30}" destId="{393C0186-30C8-42E7-9245-113BB39646C8}" srcOrd="5" destOrd="0" parTransId="{D94BB933-BDC6-48FC-A640-B4C8F77ECDE5}" sibTransId="{4BEC8462-35B2-4380-9D23-C75EB87B9B6F}"/>
    <dgm:cxn modelId="{9B39278E-A14D-4450-91D5-F981C5887AC7}" srcId="{FD73EF5D-1E22-444B-BEC4-6DB6D5AF0C30}" destId="{FC4D54D7-9757-4932-9255-300126072E0F}" srcOrd="1" destOrd="0" parTransId="{13249B0E-525D-459E-9B55-BC227866E6C4}" sibTransId="{BEC1915D-D48C-404B-8D00-CADCF6130ECE}"/>
    <dgm:cxn modelId="{A2A066A3-7B70-40F6-A103-C82B7D23409C}" srcId="{FD73EF5D-1E22-444B-BEC4-6DB6D5AF0C30}" destId="{AB81BCEF-841C-4216-B097-5D87B46F0D02}" srcOrd="2" destOrd="0" parTransId="{C65A50CB-D003-4292-9DD6-BA2891A7AC82}" sibTransId="{52F9C8CB-458C-485F-B91F-E5A7F4DDE90A}"/>
    <dgm:cxn modelId="{535A91BE-37C0-42CB-9973-81EED85F7DAC}" srcId="{FD73EF5D-1E22-444B-BEC4-6DB6D5AF0C30}" destId="{BB63FD8B-7880-4949-812C-EFAFB6D7ACA7}" srcOrd="3" destOrd="0" parTransId="{C636124D-352B-4E27-8723-AE875452D91B}" sibTransId="{08653046-93BA-4681-874E-605EE689EAEF}"/>
    <dgm:cxn modelId="{A1A662C7-22B4-473E-99AF-616165B3768C}" type="presOf" srcId="{AB81BCEF-841C-4216-B097-5D87B46F0D02}" destId="{057E4794-2655-425A-94F2-04D0A2A1D1FE}" srcOrd="0" destOrd="0" presId="urn:microsoft.com/office/officeart/2005/8/layout/default"/>
    <dgm:cxn modelId="{BDDC7DEB-D8CF-48FE-8FCA-5509B6F52621}" type="presOf" srcId="{FD73EF5D-1E22-444B-BEC4-6DB6D5AF0C30}" destId="{31DEB188-1681-4D78-B602-0FC19AF16187}" srcOrd="0" destOrd="0" presId="urn:microsoft.com/office/officeart/2005/8/layout/default"/>
    <dgm:cxn modelId="{855525EC-E413-4CEA-8FAC-94CA84F11995}" type="presOf" srcId="{1AB36EFB-01B7-46E6-BB52-1181A4E3C72C}" destId="{BCFD9595-ACF6-4292-A98A-A042C55613EF}" srcOrd="0" destOrd="0" presId="urn:microsoft.com/office/officeart/2005/8/layout/default"/>
    <dgm:cxn modelId="{67C8311E-AB72-45A3-A756-F5B12A39BB3A}" type="presParOf" srcId="{31DEB188-1681-4D78-B602-0FC19AF16187}" destId="{BCFD9595-ACF6-4292-A98A-A042C55613EF}" srcOrd="0" destOrd="0" presId="urn:microsoft.com/office/officeart/2005/8/layout/default"/>
    <dgm:cxn modelId="{2109883D-8469-4E6C-BB18-0F3B65CEBFB3}" type="presParOf" srcId="{31DEB188-1681-4D78-B602-0FC19AF16187}" destId="{FC731C1C-B31F-4D95-941A-5C64D74FFEB5}" srcOrd="1" destOrd="0" presId="urn:microsoft.com/office/officeart/2005/8/layout/default"/>
    <dgm:cxn modelId="{A1108801-FB80-4ABB-A661-932851091686}" type="presParOf" srcId="{31DEB188-1681-4D78-B602-0FC19AF16187}" destId="{70B973CD-8279-4663-80A6-00A70D2A469A}" srcOrd="2" destOrd="0" presId="urn:microsoft.com/office/officeart/2005/8/layout/default"/>
    <dgm:cxn modelId="{7B312D25-9547-4DC4-81B0-540710DF6B98}" type="presParOf" srcId="{31DEB188-1681-4D78-B602-0FC19AF16187}" destId="{70D2E293-5C7D-4B19-8BC9-FD233381F991}" srcOrd="3" destOrd="0" presId="urn:microsoft.com/office/officeart/2005/8/layout/default"/>
    <dgm:cxn modelId="{A7402A1B-CD2C-4188-86D2-608334FDF021}" type="presParOf" srcId="{31DEB188-1681-4D78-B602-0FC19AF16187}" destId="{057E4794-2655-425A-94F2-04D0A2A1D1FE}" srcOrd="4" destOrd="0" presId="urn:microsoft.com/office/officeart/2005/8/layout/default"/>
    <dgm:cxn modelId="{CD95D13E-9213-45A5-9692-CB89D7C40525}" type="presParOf" srcId="{31DEB188-1681-4D78-B602-0FC19AF16187}" destId="{882321C5-A092-42E9-82AF-EC94A4B85BCA}" srcOrd="5" destOrd="0" presId="urn:microsoft.com/office/officeart/2005/8/layout/default"/>
    <dgm:cxn modelId="{A84B9C66-B4F9-408D-9575-0E8D30F6098E}" type="presParOf" srcId="{31DEB188-1681-4D78-B602-0FC19AF16187}" destId="{A85D0A17-484E-4916-A1D2-63BA6CAC451E}" srcOrd="6" destOrd="0" presId="urn:microsoft.com/office/officeart/2005/8/layout/default"/>
    <dgm:cxn modelId="{7AC24AD5-0D7D-4EC0-800B-7E0D762898EE}" type="presParOf" srcId="{31DEB188-1681-4D78-B602-0FC19AF16187}" destId="{89082AFF-3792-438B-A92F-AE7FA186D237}" srcOrd="7" destOrd="0" presId="urn:microsoft.com/office/officeart/2005/8/layout/default"/>
    <dgm:cxn modelId="{A862DE3B-D879-4276-9B41-365EF0F0A64C}" type="presParOf" srcId="{31DEB188-1681-4D78-B602-0FC19AF16187}" destId="{85AFFE6F-23CA-48AF-8792-5CAF7FC506FB}" srcOrd="8" destOrd="0" presId="urn:microsoft.com/office/officeart/2005/8/layout/default"/>
    <dgm:cxn modelId="{72A12667-80B2-4AC3-9F3A-FBAA7D7CC58F}" type="presParOf" srcId="{31DEB188-1681-4D78-B602-0FC19AF16187}" destId="{E8BAFE36-186B-41D5-8FE5-61618F9048E7}" srcOrd="9" destOrd="0" presId="urn:microsoft.com/office/officeart/2005/8/layout/default"/>
    <dgm:cxn modelId="{AE53A30B-9B0E-4107-94EA-7B5ACBE1AB98}" type="presParOf" srcId="{31DEB188-1681-4D78-B602-0FC19AF16187}" destId="{0DD4D376-B1FE-4056-BE97-4FAF8644F885}" srcOrd="10" destOrd="0" presId="urn:microsoft.com/office/officeart/2005/8/layout/default"/>
    <dgm:cxn modelId="{3EBE79A9-38B3-4AFD-BA3C-CE770632A594}" type="presParOf" srcId="{31DEB188-1681-4D78-B602-0FC19AF16187}" destId="{44B3B20A-EC2E-4739-A79A-89D932AC87CC}" srcOrd="11" destOrd="0" presId="urn:microsoft.com/office/officeart/2005/8/layout/default"/>
    <dgm:cxn modelId="{E1AF633E-3BCA-47E5-B248-A003707E43BF}" type="presParOf" srcId="{31DEB188-1681-4D78-B602-0FC19AF16187}" destId="{78102764-4E1E-4809-BF86-1E3FF322F6CB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B23D96-8703-4A85-8F7F-4C6FED9DC587}">
      <dsp:nvSpPr>
        <dsp:cNvPr id="0" name=""/>
        <dsp:cNvSpPr/>
      </dsp:nvSpPr>
      <dsp:spPr>
        <a:xfrm>
          <a:off x="0" y="3763"/>
          <a:ext cx="6263640" cy="174790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File Allocation Table (FAT)</a:t>
          </a:r>
        </a:p>
      </dsp:txBody>
      <dsp:txXfrm>
        <a:off x="85326" y="89089"/>
        <a:ext cx="6092988" cy="1577254"/>
      </dsp:txXfrm>
    </dsp:sp>
    <dsp:sp modelId="{57FE2C3E-062C-4E60-815B-A074BF85B25B}">
      <dsp:nvSpPr>
        <dsp:cNvPr id="0" name=""/>
        <dsp:cNvSpPr/>
      </dsp:nvSpPr>
      <dsp:spPr>
        <a:xfrm>
          <a:off x="0" y="1878390"/>
          <a:ext cx="6263640" cy="1747906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4400" kern="1200"/>
            <a:t>New Technology File System</a:t>
          </a:r>
          <a:r>
            <a:rPr lang="en-US" sz="4400" kern="1200"/>
            <a:t> (NTFS)</a:t>
          </a:r>
        </a:p>
      </dsp:txBody>
      <dsp:txXfrm>
        <a:off x="85326" y="1963716"/>
        <a:ext cx="6092988" cy="1577254"/>
      </dsp:txXfrm>
    </dsp:sp>
    <dsp:sp modelId="{ECAB71B6-370F-474A-B440-DDF5594CBC28}">
      <dsp:nvSpPr>
        <dsp:cNvPr id="0" name=""/>
        <dsp:cNvSpPr/>
      </dsp:nvSpPr>
      <dsp:spPr>
        <a:xfrm>
          <a:off x="0" y="3753017"/>
          <a:ext cx="6263640" cy="1747906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4400" kern="1200"/>
            <a:t>Resilient File System</a:t>
          </a:r>
          <a:r>
            <a:rPr lang="en-US" sz="4400" kern="1200"/>
            <a:t> (ReFS)</a:t>
          </a:r>
        </a:p>
      </dsp:txBody>
      <dsp:txXfrm>
        <a:off x="85326" y="3838343"/>
        <a:ext cx="6092988" cy="15772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495BAF-7B98-4004-BC39-EF9E02FC8C83}">
      <dsp:nvSpPr>
        <dsp:cNvPr id="0" name=""/>
        <dsp:cNvSpPr/>
      </dsp:nvSpPr>
      <dsp:spPr>
        <a:xfrm>
          <a:off x="0" y="387562"/>
          <a:ext cx="6269038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746265-62C6-4276-BFFB-4B38352B3A02}">
      <dsp:nvSpPr>
        <dsp:cNvPr id="0" name=""/>
        <dsp:cNvSpPr/>
      </dsp:nvSpPr>
      <dsp:spPr>
        <a:xfrm>
          <a:off x="313451" y="18562"/>
          <a:ext cx="4388326" cy="738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868" tIns="0" rIns="165868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Extended File System (ext)</a:t>
          </a:r>
        </a:p>
      </dsp:txBody>
      <dsp:txXfrm>
        <a:off x="349477" y="54588"/>
        <a:ext cx="4316274" cy="665948"/>
      </dsp:txXfrm>
    </dsp:sp>
    <dsp:sp modelId="{6DC396B1-DCBB-48E4-8E71-B6C22B5B6ABC}">
      <dsp:nvSpPr>
        <dsp:cNvPr id="0" name=""/>
        <dsp:cNvSpPr/>
      </dsp:nvSpPr>
      <dsp:spPr>
        <a:xfrm>
          <a:off x="0" y="1521562"/>
          <a:ext cx="6269038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5C1C47-0568-4F2A-BAEC-20756ADE1B06}">
      <dsp:nvSpPr>
        <dsp:cNvPr id="0" name=""/>
        <dsp:cNvSpPr/>
      </dsp:nvSpPr>
      <dsp:spPr>
        <a:xfrm>
          <a:off x="313451" y="1152562"/>
          <a:ext cx="4388326" cy="7380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868" tIns="0" rIns="165868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ext2</a:t>
          </a:r>
        </a:p>
      </dsp:txBody>
      <dsp:txXfrm>
        <a:off x="349477" y="1188588"/>
        <a:ext cx="4316274" cy="665948"/>
      </dsp:txXfrm>
    </dsp:sp>
    <dsp:sp modelId="{05E817A8-04EC-4663-B13B-9FC3EA74E849}">
      <dsp:nvSpPr>
        <dsp:cNvPr id="0" name=""/>
        <dsp:cNvSpPr/>
      </dsp:nvSpPr>
      <dsp:spPr>
        <a:xfrm>
          <a:off x="0" y="2655562"/>
          <a:ext cx="6269038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D1B113-8B2B-49C9-8C58-4304CB759C37}">
      <dsp:nvSpPr>
        <dsp:cNvPr id="0" name=""/>
        <dsp:cNvSpPr/>
      </dsp:nvSpPr>
      <dsp:spPr>
        <a:xfrm>
          <a:off x="313451" y="2286562"/>
          <a:ext cx="4388326" cy="7380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868" tIns="0" rIns="165868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ext3</a:t>
          </a:r>
        </a:p>
      </dsp:txBody>
      <dsp:txXfrm>
        <a:off x="349477" y="2322588"/>
        <a:ext cx="4316274" cy="665948"/>
      </dsp:txXfrm>
    </dsp:sp>
    <dsp:sp modelId="{D4677426-193A-4B8E-AF79-F3F5C6A9067D}">
      <dsp:nvSpPr>
        <dsp:cNvPr id="0" name=""/>
        <dsp:cNvSpPr/>
      </dsp:nvSpPr>
      <dsp:spPr>
        <a:xfrm>
          <a:off x="0" y="3789562"/>
          <a:ext cx="6269038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94D1F-9172-47C3-B221-3A308D967DD6}">
      <dsp:nvSpPr>
        <dsp:cNvPr id="0" name=""/>
        <dsp:cNvSpPr/>
      </dsp:nvSpPr>
      <dsp:spPr>
        <a:xfrm>
          <a:off x="313451" y="3420562"/>
          <a:ext cx="4388326" cy="7380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868" tIns="0" rIns="165868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ext4</a:t>
          </a:r>
        </a:p>
      </dsp:txBody>
      <dsp:txXfrm>
        <a:off x="349477" y="3456588"/>
        <a:ext cx="4316274" cy="665948"/>
      </dsp:txXfrm>
    </dsp:sp>
    <dsp:sp modelId="{55E29FAF-829B-4939-8E8F-DAB95B6699B5}">
      <dsp:nvSpPr>
        <dsp:cNvPr id="0" name=""/>
        <dsp:cNvSpPr/>
      </dsp:nvSpPr>
      <dsp:spPr>
        <a:xfrm>
          <a:off x="0" y="4923562"/>
          <a:ext cx="6269038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73DB8D-DE97-4B65-8926-AA25924A5ECF}">
      <dsp:nvSpPr>
        <dsp:cNvPr id="0" name=""/>
        <dsp:cNvSpPr/>
      </dsp:nvSpPr>
      <dsp:spPr>
        <a:xfrm>
          <a:off x="313451" y="4554562"/>
          <a:ext cx="4388326" cy="73800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868" tIns="0" rIns="165868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other file system</a:t>
          </a:r>
        </a:p>
      </dsp:txBody>
      <dsp:txXfrm>
        <a:off x="349477" y="4590588"/>
        <a:ext cx="4316274" cy="6659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CCE522-BF2A-49E6-BDD8-E3A77FE2098F}">
      <dsp:nvSpPr>
        <dsp:cNvPr id="0" name=""/>
        <dsp:cNvSpPr/>
      </dsp:nvSpPr>
      <dsp:spPr>
        <a:xfrm>
          <a:off x="0" y="1802"/>
          <a:ext cx="6269038" cy="7680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261C4F-8D48-415A-AF39-0E10DF377089}">
      <dsp:nvSpPr>
        <dsp:cNvPr id="0" name=""/>
        <dsp:cNvSpPr/>
      </dsp:nvSpPr>
      <dsp:spPr>
        <a:xfrm>
          <a:off x="232341" y="174618"/>
          <a:ext cx="422439" cy="4224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C2E208-FC23-4E5B-90CF-D5096D36F9C6}">
      <dsp:nvSpPr>
        <dsp:cNvPr id="0" name=""/>
        <dsp:cNvSpPr/>
      </dsp:nvSpPr>
      <dsp:spPr>
        <a:xfrm>
          <a:off x="887122" y="1802"/>
          <a:ext cx="5381915" cy="768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8" tIns="81288" rIns="81288" bIns="8128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FAT, FAT16, FAT32, exFAT</a:t>
          </a:r>
        </a:p>
      </dsp:txBody>
      <dsp:txXfrm>
        <a:off x="887122" y="1802"/>
        <a:ext cx="5381915" cy="768071"/>
      </dsp:txXfrm>
    </dsp:sp>
    <dsp:sp modelId="{9B45D437-4D14-4F57-9C66-41D0018646EC}">
      <dsp:nvSpPr>
        <dsp:cNvPr id="0" name=""/>
        <dsp:cNvSpPr/>
      </dsp:nvSpPr>
      <dsp:spPr>
        <a:xfrm>
          <a:off x="0" y="961892"/>
          <a:ext cx="6269038" cy="7680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4DD6AC-0C52-4EDB-88BC-921C25446600}">
      <dsp:nvSpPr>
        <dsp:cNvPr id="0" name=""/>
        <dsp:cNvSpPr/>
      </dsp:nvSpPr>
      <dsp:spPr>
        <a:xfrm>
          <a:off x="232341" y="1134708"/>
          <a:ext cx="422439" cy="4224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144073-F0F3-4343-A654-9D0E6F787BF0}">
      <dsp:nvSpPr>
        <dsp:cNvPr id="0" name=""/>
        <dsp:cNvSpPr/>
      </dsp:nvSpPr>
      <dsp:spPr>
        <a:xfrm>
          <a:off x="887122" y="961892"/>
          <a:ext cx="5381915" cy="768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8" tIns="81288" rIns="81288" bIns="8128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8.3 or 255 character filename</a:t>
          </a:r>
        </a:p>
      </dsp:txBody>
      <dsp:txXfrm>
        <a:off x="887122" y="961892"/>
        <a:ext cx="5381915" cy="768071"/>
      </dsp:txXfrm>
    </dsp:sp>
    <dsp:sp modelId="{B9794AA4-03B2-40C1-BC08-26904E94ADA5}">
      <dsp:nvSpPr>
        <dsp:cNvPr id="0" name=""/>
        <dsp:cNvSpPr/>
      </dsp:nvSpPr>
      <dsp:spPr>
        <a:xfrm>
          <a:off x="0" y="1921981"/>
          <a:ext cx="6269038" cy="7680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BA7720-86B2-4A62-B66C-F403E6AAE0E0}">
      <dsp:nvSpPr>
        <dsp:cNvPr id="0" name=""/>
        <dsp:cNvSpPr/>
      </dsp:nvSpPr>
      <dsp:spPr>
        <a:xfrm>
          <a:off x="232341" y="2094797"/>
          <a:ext cx="422439" cy="4224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100A04-B939-49B3-888E-FE6B17644EB2}">
      <dsp:nvSpPr>
        <dsp:cNvPr id="0" name=""/>
        <dsp:cNvSpPr/>
      </dsp:nvSpPr>
      <dsp:spPr>
        <a:xfrm>
          <a:off x="887122" y="1921981"/>
          <a:ext cx="5381915" cy="768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8" tIns="81288" rIns="81288" bIns="8128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Current wide-used : FAT32 &amp; exFAT</a:t>
          </a:r>
        </a:p>
      </dsp:txBody>
      <dsp:txXfrm>
        <a:off x="887122" y="1921981"/>
        <a:ext cx="5381915" cy="768071"/>
      </dsp:txXfrm>
    </dsp:sp>
    <dsp:sp modelId="{02E48988-21F5-4B9C-A65A-19DF9D4A1676}">
      <dsp:nvSpPr>
        <dsp:cNvPr id="0" name=""/>
        <dsp:cNvSpPr/>
      </dsp:nvSpPr>
      <dsp:spPr>
        <a:xfrm>
          <a:off x="0" y="2882071"/>
          <a:ext cx="6269038" cy="7680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96B2AD-1B69-43CF-B414-33A3691560C8}">
      <dsp:nvSpPr>
        <dsp:cNvPr id="0" name=""/>
        <dsp:cNvSpPr/>
      </dsp:nvSpPr>
      <dsp:spPr>
        <a:xfrm>
          <a:off x="232341" y="3054887"/>
          <a:ext cx="422439" cy="4224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534950-C4F7-4E13-BC03-2B1213589993}">
      <dsp:nvSpPr>
        <dsp:cNvPr id="0" name=""/>
        <dsp:cNvSpPr/>
      </dsp:nvSpPr>
      <dsp:spPr>
        <a:xfrm>
          <a:off x="887122" y="2882071"/>
          <a:ext cx="5381915" cy="768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8" tIns="81288" rIns="81288" bIns="8128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exFAT intended for external storage usage</a:t>
          </a:r>
        </a:p>
      </dsp:txBody>
      <dsp:txXfrm>
        <a:off x="887122" y="2882071"/>
        <a:ext cx="5381915" cy="768071"/>
      </dsp:txXfrm>
    </dsp:sp>
    <dsp:sp modelId="{F209BBBC-802E-4EBC-AA06-A1837D929AE7}">
      <dsp:nvSpPr>
        <dsp:cNvPr id="0" name=""/>
        <dsp:cNvSpPr/>
      </dsp:nvSpPr>
      <dsp:spPr>
        <a:xfrm>
          <a:off x="0" y="3842161"/>
          <a:ext cx="6269038" cy="7680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2694EA-CF0A-44D3-AB7D-F58C0B591177}">
      <dsp:nvSpPr>
        <dsp:cNvPr id="0" name=""/>
        <dsp:cNvSpPr/>
      </dsp:nvSpPr>
      <dsp:spPr>
        <a:xfrm>
          <a:off x="232341" y="4014977"/>
          <a:ext cx="422439" cy="42243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0F7A8B-223F-48C7-B6E7-7E9D8129B2E1}">
      <dsp:nvSpPr>
        <dsp:cNvPr id="0" name=""/>
        <dsp:cNvSpPr/>
      </dsp:nvSpPr>
      <dsp:spPr>
        <a:xfrm>
          <a:off x="887122" y="3842161"/>
          <a:ext cx="2821067" cy="768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8" tIns="81288" rIns="81288" bIns="8128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Max File Size :</a:t>
          </a:r>
        </a:p>
      </dsp:txBody>
      <dsp:txXfrm>
        <a:off x="887122" y="3842161"/>
        <a:ext cx="2821067" cy="768071"/>
      </dsp:txXfrm>
    </dsp:sp>
    <dsp:sp modelId="{6E14548A-2B77-4D9B-B848-848F03475BBC}">
      <dsp:nvSpPr>
        <dsp:cNvPr id="0" name=""/>
        <dsp:cNvSpPr/>
      </dsp:nvSpPr>
      <dsp:spPr>
        <a:xfrm>
          <a:off x="3708189" y="3842161"/>
          <a:ext cx="2560848" cy="768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8" tIns="81288" rIns="81288" bIns="8128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4GB (FAT32)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128 PB (exFAT)</a:t>
          </a:r>
        </a:p>
      </dsp:txBody>
      <dsp:txXfrm>
        <a:off x="3708189" y="3842161"/>
        <a:ext cx="2560848" cy="768071"/>
      </dsp:txXfrm>
    </dsp:sp>
    <dsp:sp modelId="{A077994D-1FEB-4740-9653-FCE2C7C65D5A}">
      <dsp:nvSpPr>
        <dsp:cNvPr id="0" name=""/>
        <dsp:cNvSpPr/>
      </dsp:nvSpPr>
      <dsp:spPr>
        <a:xfrm>
          <a:off x="0" y="4802250"/>
          <a:ext cx="6269038" cy="7680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4DACF8-054F-44DE-B625-5ECA6C8ACCF8}">
      <dsp:nvSpPr>
        <dsp:cNvPr id="0" name=""/>
        <dsp:cNvSpPr/>
      </dsp:nvSpPr>
      <dsp:spPr>
        <a:xfrm>
          <a:off x="232341" y="4975066"/>
          <a:ext cx="422439" cy="42243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F2089F-10A9-4844-9C36-2CE899B90250}">
      <dsp:nvSpPr>
        <dsp:cNvPr id="0" name=""/>
        <dsp:cNvSpPr/>
      </dsp:nvSpPr>
      <dsp:spPr>
        <a:xfrm>
          <a:off x="887122" y="4802250"/>
          <a:ext cx="2821067" cy="768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8" tIns="81288" rIns="81288" bIns="8128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Max Volume Size :</a:t>
          </a:r>
        </a:p>
      </dsp:txBody>
      <dsp:txXfrm>
        <a:off x="887122" y="4802250"/>
        <a:ext cx="2821067" cy="768071"/>
      </dsp:txXfrm>
    </dsp:sp>
    <dsp:sp modelId="{80E2D25E-83F0-4429-B1A2-EA821B891C26}">
      <dsp:nvSpPr>
        <dsp:cNvPr id="0" name=""/>
        <dsp:cNvSpPr/>
      </dsp:nvSpPr>
      <dsp:spPr>
        <a:xfrm>
          <a:off x="3708189" y="4802250"/>
          <a:ext cx="2560848" cy="768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8" tIns="81288" rIns="81288" bIns="8128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2TB – 16TB (FAT32)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512TB (exFAT)</a:t>
          </a:r>
        </a:p>
      </dsp:txBody>
      <dsp:txXfrm>
        <a:off x="3708189" y="4802250"/>
        <a:ext cx="2560848" cy="76807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AB9BC2-6A1F-4C5E-83BF-E8097B38A1B1}">
      <dsp:nvSpPr>
        <dsp:cNvPr id="0" name=""/>
        <dsp:cNvSpPr/>
      </dsp:nvSpPr>
      <dsp:spPr>
        <a:xfrm>
          <a:off x="0" y="809468"/>
          <a:ext cx="6263640" cy="119925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Next Generation NTFS</a:t>
          </a:r>
        </a:p>
      </dsp:txBody>
      <dsp:txXfrm>
        <a:off x="58543" y="868011"/>
        <a:ext cx="6146554" cy="1082164"/>
      </dsp:txXfrm>
    </dsp:sp>
    <dsp:sp modelId="{A484A042-7F62-4055-A662-3B51ED39C48D}">
      <dsp:nvSpPr>
        <dsp:cNvPr id="0" name=""/>
        <dsp:cNvSpPr/>
      </dsp:nvSpPr>
      <dsp:spPr>
        <a:xfrm>
          <a:off x="0" y="2152718"/>
          <a:ext cx="6263640" cy="1199250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16 EB Max Filesize </a:t>
          </a:r>
        </a:p>
      </dsp:txBody>
      <dsp:txXfrm>
        <a:off x="58543" y="2211261"/>
        <a:ext cx="6146554" cy="1082164"/>
      </dsp:txXfrm>
    </dsp:sp>
    <dsp:sp modelId="{6DC91BBA-89E1-4D2B-ADF5-774F963190C8}">
      <dsp:nvSpPr>
        <dsp:cNvPr id="0" name=""/>
        <dsp:cNvSpPr/>
      </dsp:nvSpPr>
      <dsp:spPr>
        <a:xfrm>
          <a:off x="0" y="3495969"/>
          <a:ext cx="6263640" cy="119925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1 YB Max Volume Size</a:t>
          </a:r>
        </a:p>
      </dsp:txBody>
      <dsp:txXfrm>
        <a:off x="58543" y="3554512"/>
        <a:ext cx="6146554" cy="108216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BB7A5B-94E1-42C4-987F-702DDD29CEA3}">
      <dsp:nvSpPr>
        <dsp:cNvPr id="0" name=""/>
        <dsp:cNvSpPr/>
      </dsp:nvSpPr>
      <dsp:spPr>
        <a:xfrm>
          <a:off x="478800" y="1095669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2F43EC-3CB5-4DDC-ABEE-14A4DA879620}">
      <dsp:nvSpPr>
        <dsp:cNvPr id="0" name=""/>
        <dsp:cNvSpPr/>
      </dsp:nvSpPr>
      <dsp:spPr>
        <a:xfrm>
          <a:off x="712800" y="1329669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EC12A1-7E4F-41FA-8DCC-A2E42B8E6D21}">
      <dsp:nvSpPr>
        <dsp:cNvPr id="0" name=""/>
        <dsp:cNvSpPr/>
      </dsp:nvSpPr>
      <dsp:spPr>
        <a:xfrm>
          <a:off x="12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Created specifically for Linux</a:t>
          </a:r>
        </a:p>
      </dsp:txBody>
      <dsp:txXfrm>
        <a:off x="127800" y="2535669"/>
        <a:ext cx="1800000" cy="720000"/>
      </dsp:txXfrm>
    </dsp:sp>
    <dsp:sp modelId="{7930E535-C347-4554-93EB-6160BE7EA709}">
      <dsp:nvSpPr>
        <dsp:cNvPr id="0" name=""/>
        <dsp:cNvSpPr/>
      </dsp:nvSpPr>
      <dsp:spPr>
        <a:xfrm>
          <a:off x="2593800" y="1095669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C74AF3-E0B6-4A26-B3E2-35D17AD54CE8}">
      <dsp:nvSpPr>
        <dsp:cNvPr id="0" name=""/>
        <dsp:cNvSpPr/>
      </dsp:nvSpPr>
      <dsp:spPr>
        <a:xfrm>
          <a:off x="2827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28F680-3540-42FC-A0DD-7099E49E8AFB}">
      <dsp:nvSpPr>
        <dsp:cNvPr id="0" name=""/>
        <dsp:cNvSpPr/>
      </dsp:nvSpPr>
      <dsp:spPr>
        <a:xfrm>
          <a:off x="224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To overcome MINIX Limitation</a:t>
          </a:r>
        </a:p>
      </dsp:txBody>
      <dsp:txXfrm>
        <a:off x="2242800" y="2535669"/>
        <a:ext cx="1800000" cy="720000"/>
      </dsp:txXfrm>
    </dsp:sp>
    <dsp:sp modelId="{7F22917C-682B-42AB-B1AB-A4165656712E}">
      <dsp:nvSpPr>
        <dsp:cNvPr id="0" name=""/>
        <dsp:cNvSpPr/>
      </dsp:nvSpPr>
      <dsp:spPr>
        <a:xfrm>
          <a:off x="4708800" y="1095669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595537-C21B-4F3F-8D6D-8F6C034CE265}">
      <dsp:nvSpPr>
        <dsp:cNvPr id="0" name=""/>
        <dsp:cNvSpPr/>
      </dsp:nvSpPr>
      <dsp:spPr>
        <a:xfrm>
          <a:off x="4942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CEEF6C-D644-4445-B6C5-807C74CC93FF}">
      <dsp:nvSpPr>
        <dsp:cNvPr id="0" name=""/>
        <dsp:cNvSpPr/>
      </dsp:nvSpPr>
      <dsp:spPr>
        <a:xfrm>
          <a:off x="435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255bytes filenaming</a:t>
          </a:r>
        </a:p>
      </dsp:txBody>
      <dsp:txXfrm>
        <a:off x="4357800" y="2535669"/>
        <a:ext cx="1800000" cy="720000"/>
      </dsp:txXfrm>
    </dsp:sp>
    <dsp:sp modelId="{91500688-1505-4E4E-8E70-948C10E30FB8}">
      <dsp:nvSpPr>
        <dsp:cNvPr id="0" name=""/>
        <dsp:cNvSpPr/>
      </dsp:nvSpPr>
      <dsp:spPr>
        <a:xfrm>
          <a:off x="6823800" y="1095669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7A4D78-D69C-4725-9D66-7B8BEA3E7F4F}">
      <dsp:nvSpPr>
        <dsp:cNvPr id="0" name=""/>
        <dsp:cNvSpPr/>
      </dsp:nvSpPr>
      <dsp:spPr>
        <a:xfrm>
          <a:off x="7057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D03AB6-5E62-4907-ADA3-73BB816C2596}">
      <dsp:nvSpPr>
        <dsp:cNvPr id="0" name=""/>
        <dsp:cNvSpPr/>
      </dsp:nvSpPr>
      <dsp:spPr>
        <a:xfrm>
          <a:off x="647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2 GB max file size</a:t>
          </a:r>
        </a:p>
      </dsp:txBody>
      <dsp:txXfrm>
        <a:off x="6472800" y="2535669"/>
        <a:ext cx="1800000" cy="720000"/>
      </dsp:txXfrm>
    </dsp:sp>
    <dsp:sp modelId="{714E8F22-0935-4AFB-BF8F-945B8361A673}">
      <dsp:nvSpPr>
        <dsp:cNvPr id="0" name=""/>
        <dsp:cNvSpPr/>
      </dsp:nvSpPr>
      <dsp:spPr>
        <a:xfrm>
          <a:off x="8938800" y="1095669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F65726-1A3A-4F8E-A0A2-38546D9DE2E8}">
      <dsp:nvSpPr>
        <dsp:cNvPr id="0" name=""/>
        <dsp:cNvSpPr/>
      </dsp:nvSpPr>
      <dsp:spPr>
        <a:xfrm>
          <a:off x="9172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BC70CE-0E49-477A-A75E-FB6EAB421DEE}">
      <dsp:nvSpPr>
        <dsp:cNvPr id="0" name=""/>
        <dsp:cNvSpPr/>
      </dsp:nvSpPr>
      <dsp:spPr>
        <a:xfrm>
          <a:off x="858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2 GB max volume size</a:t>
          </a:r>
        </a:p>
      </dsp:txBody>
      <dsp:txXfrm>
        <a:off x="8587800" y="2535669"/>
        <a:ext cx="18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41DD80-004B-4A3A-84D0-19C782BF96FB}">
      <dsp:nvSpPr>
        <dsp:cNvPr id="0" name=""/>
        <dsp:cNvSpPr/>
      </dsp:nvSpPr>
      <dsp:spPr>
        <a:xfrm>
          <a:off x="973190" y="986724"/>
          <a:ext cx="1264141" cy="12641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1C996C-FF10-4BA5-8005-8B08A51EB1CC}">
      <dsp:nvSpPr>
        <dsp:cNvPr id="0" name=""/>
        <dsp:cNvSpPr/>
      </dsp:nvSpPr>
      <dsp:spPr>
        <a:xfrm>
          <a:off x="1242597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2E37CE-C7AF-4BE9-BF03-D3F3A7BC3BC2}">
      <dsp:nvSpPr>
        <dsp:cNvPr id="0" name=""/>
        <dsp:cNvSpPr/>
      </dsp:nvSpPr>
      <dsp:spPr>
        <a:xfrm>
          <a:off x="569079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Extended file attribute support</a:t>
          </a:r>
        </a:p>
      </dsp:txBody>
      <dsp:txXfrm>
        <a:off x="569079" y="2644614"/>
        <a:ext cx="2072362" cy="720000"/>
      </dsp:txXfrm>
    </dsp:sp>
    <dsp:sp modelId="{7FC38F67-B5C4-4EFE-BCC6-52E35AC5CBE3}">
      <dsp:nvSpPr>
        <dsp:cNvPr id="0" name=""/>
        <dsp:cNvSpPr/>
      </dsp:nvSpPr>
      <dsp:spPr>
        <a:xfrm>
          <a:off x="3408216" y="986724"/>
          <a:ext cx="1264141" cy="126414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67C93E-56F5-4E11-96D5-23DB247949DC}">
      <dsp:nvSpPr>
        <dsp:cNvPr id="0" name=""/>
        <dsp:cNvSpPr/>
      </dsp:nvSpPr>
      <dsp:spPr>
        <a:xfrm>
          <a:off x="3677623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D36ED7-627C-4F63-B93C-DBB1FABF5F69}">
      <dsp:nvSpPr>
        <dsp:cNvPr id="0" name=""/>
        <dsp:cNvSpPr/>
      </dsp:nvSpPr>
      <dsp:spPr>
        <a:xfrm>
          <a:off x="3004105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index-node (inode) concept</a:t>
          </a:r>
        </a:p>
      </dsp:txBody>
      <dsp:txXfrm>
        <a:off x="3004105" y="2644614"/>
        <a:ext cx="2072362" cy="720000"/>
      </dsp:txXfrm>
    </dsp:sp>
    <dsp:sp modelId="{A24F01B0-03E8-4159-9AF6-1FD775025A86}">
      <dsp:nvSpPr>
        <dsp:cNvPr id="0" name=""/>
        <dsp:cNvSpPr/>
      </dsp:nvSpPr>
      <dsp:spPr>
        <a:xfrm>
          <a:off x="5843242" y="986724"/>
          <a:ext cx="1264141" cy="12641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E5BD2B-1BAD-47C8-B627-C5BD65DEC66B}">
      <dsp:nvSpPr>
        <dsp:cNvPr id="0" name=""/>
        <dsp:cNvSpPr/>
      </dsp:nvSpPr>
      <dsp:spPr>
        <a:xfrm>
          <a:off x="6112649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FBEE0A-50E9-45BC-AD07-9E04137B1597}">
      <dsp:nvSpPr>
        <dsp:cNvPr id="0" name=""/>
        <dsp:cNvSpPr/>
      </dsp:nvSpPr>
      <dsp:spPr>
        <a:xfrm>
          <a:off x="5439131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2TB max file size</a:t>
          </a:r>
        </a:p>
      </dsp:txBody>
      <dsp:txXfrm>
        <a:off x="5439131" y="2644614"/>
        <a:ext cx="2072362" cy="720000"/>
      </dsp:txXfrm>
    </dsp:sp>
    <dsp:sp modelId="{6BD070EA-BD70-4C8C-AF87-E2F155CF8333}">
      <dsp:nvSpPr>
        <dsp:cNvPr id="0" name=""/>
        <dsp:cNvSpPr/>
      </dsp:nvSpPr>
      <dsp:spPr>
        <a:xfrm>
          <a:off x="8278268" y="986724"/>
          <a:ext cx="1264141" cy="126414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B3B502-BC2A-463B-981D-9B030A09783E}">
      <dsp:nvSpPr>
        <dsp:cNvPr id="0" name=""/>
        <dsp:cNvSpPr/>
      </dsp:nvSpPr>
      <dsp:spPr>
        <a:xfrm>
          <a:off x="8547675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74B76A-D6F7-47FE-A4B7-B75C85B6ED7C}">
      <dsp:nvSpPr>
        <dsp:cNvPr id="0" name=""/>
        <dsp:cNvSpPr/>
      </dsp:nvSpPr>
      <dsp:spPr>
        <a:xfrm>
          <a:off x="7874157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32TB max volume size </a:t>
          </a:r>
        </a:p>
      </dsp:txBody>
      <dsp:txXfrm>
        <a:off x="7874157" y="2644614"/>
        <a:ext cx="2072362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9C90DB-1FB7-4F4B-AB42-5F41F730727B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EAE877-139D-42CF-9E0D-B0E947E9F2CE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540591-1C32-4CBF-9AB5-9F0B4E7FB1CF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Journaling support</a:t>
          </a:r>
        </a:p>
      </dsp:txBody>
      <dsp:txXfrm>
        <a:off x="1834517" y="469890"/>
        <a:ext cx="3148942" cy="1335915"/>
      </dsp:txXfrm>
    </dsp:sp>
    <dsp:sp modelId="{24D6817F-0EA4-44BE-ACEB-CD0B4E9B6D44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C6E870-92FD-477C-B317-6873D20FA171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1D3BED-D011-4E07-8EF7-FB16714129BD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Directory index</a:t>
          </a:r>
        </a:p>
      </dsp:txBody>
      <dsp:txXfrm>
        <a:off x="7154322" y="469890"/>
        <a:ext cx="3148942" cy="1335915"/>
      </dsp:txXfrm>
    </dsp:sp>
    <dsp:sp modelId="{0C752612-990D-4EE0-9458-D54CD454EDDB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BF7515-0B29-4866-AEB2-37077438609C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5553F5-D42F-459E-A2CF-3DA40ADAF26D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2TB max file size</a:t>
          </a:r>
        </a:p>
      </dsp:txBody>
      <dsp:txXfrm>
        <a:off x="1834517" y="2545532"/>
        <a:ext cx="3148942" cy="1335915"/>
      </dsp:txXfrm>
    </dsp:sp>
    <dsp:sp modelId="{98EEF50D-2A82-474D-AE4B-D1AB7B7AECA1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A9745D-7865-4717-9C41-AFFD8D0BA0BE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B0FBC8-5CAC-4B2B-949D-CB1672E55E28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32TB max volume size </a:t>
          </a:r>
        </a:p>
      </dsp:txBody>
      <dsp:txXfrm>
        <a:off x="7154322" y="2545532"/>
        <a:ext cx="3148942" cy="133591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FD9595-ACF6-4292-A98A-A042C55613EF}">
      <dsp:nvSpPr>
        <dsp:cNvPr id="0" name=""/>
        <dsp:cNvSpPr/>
      </dsp:nvSpPr>
      <dsp:spPr>
        <a:xfrm>
          <a:off x="3170" y="232216"/>
          <a:ext cx="2514897" cy="15089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Journal checksum</a:t>
          </a:r>
          <a:endParaRPr lang="en-US" sz="3000" kern="1200"/>
        </a:p>
      </dsp:txBody>
      <dsp:txXfrm>
        <a:off x="3170" y="232216"/>
        <a:ext cx="2514897" cy="1508938"/>
      </dsp:txXfrm>
    </dsp:sp>
    <dsp:sp modelId="{70B973CD-8279-4663-80A6-00A70D2A469A}">
      <dsp:nvSpPr>
        <dsp:cNvPr id="0" name=""/>
        <dsp:cNvSpPr/>
      </dsp:nvSpPr>
      <dsp:spPr>
        <a:xfrm>
          <a:off x="2769557" y="232216"/>
          <a:ext cx="2514897" cy="150893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Unlimited subdirectories</a:t>
          </a:r>
        </a:p>
      </dsp:txBody>
      <dsp:txXfrm>
        <a:off x="2769557" y="232216"/>
        <a:ext cx="2514897" cy="1508938"/>
      </dsp:txXfrm>
    </dsp:sp>
    <dsp:sp modelId="{057E4794-2655-425A-94F2-04D0A2A1D1FE}">
      <dsp:nvSpPr>
        <dsp:cNvPr id="0" name=""/>
        <dsp:cNvSpPr/>
      </dsp:nvSpPr>
      <dsp:spPr>
        <a:xfrm>
          <a:off x="5535944" y="232216"/>
          <a:ext cx="2514897" cy="150893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Persistent pre-allocation</a:t>
          </a:r>
          <a:endParaRPr lang="en-US" sz="3000" kern="1200"/>
        </a:p>
      </dsp:txBody>
      <dsp:txXfrm>
        <a:off x="5535944" y="232216"/>
        <a:ext cx="2514897" cy="1508938"/>
      </dsp:txXfrm>
    </dsp:sp>
    <dsp:sp modelId="{A85D0A17-484E-4916-A1D2-63BA6CAC451E}">
      <dsp:nvSpPr>
        <dsp:cNvPr id="0" name=""/>
        <dsp:cNvSpPr/>
      </dsp:nvSpPr>
      <dsp:spPr>
        <a:xfrm>
          <a:off x="8302332" y="232216"/>
          <a:ext cx="2514897" cy="150893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Faster filechecking</a:t>
          </a:r>
        </a:p>
      </dsp:txBody>
      <dsp:txXfrm>
        <a:off x="8302332" y="232216"/>
        <a:ext cx="2514897" cy="1508938"/>
      </dsp:txXfrm>
    </dsp:sp>
    <dsp:sp modelId="{85AFFE6F-23CA-48AF-8792-5CAF7FC506FB}">
      <dsp:nvSpPr>
        <dsp:cNvPr id="0" name=""/>
        <dsp:cNvSpPr/>
      </dsp:nvSpPr>
      <dsp:spPr>
        <a:xfrm>
          <a:off x="1386363" y="1992644"/>
          <a:ext cx="2514897" cy="150893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Windows &amp; MacOS support</a:t>
          </a:r>
          <a:endParaRPr lang="en-US" sz="3000" kern="1200"/>
        </a:p>
      </dsp:txBody>
      <dsp:txXfrm>
        <a:off x="1386363" y="1992644"/>
        <a:ext cx="2514897" cy="1508938"/>
      </dsp:txXfrm>
    </dsp:sp>
    <dsp:sp modelId="{0DD4D376-B1FE-4056-BE97-4FAF8644F885}">
      <dsp:nvSpPr>
        <dsp:cNvPr id="0" name=""/>
        <dsp:cNvSpPr/>
      </dsp:nvSpPr>
      <dsp:spPr>
        <a:xfrm>
          <a:off x="4152751" y="1992644"/>
          <a:ext cx="2514897" cy="15089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3000" b="0" i="0" kern="1200"/>
            <a:t>16</a:t>
          </a:r>
          <a:r>
            <a:rPr lang="en-US" sz="3000" kern="1200"/>
            <a:t>TB max file size</a:t>
          </a:r>
        </a:p>
      </dsp:txBody>
      <dsp:txXfrm>
        <a:off x="4152751" y="1992644"/>
        <a:ext cx="2514897" cy="1508938"/>
      </dsp:txXfrm>
    </dsp:sp>
    <dsp:sp modelId="{78102764-4E1E-4809-BF86-1E3FF322F6CB}">
      <dsp:nvSpPr>
        <dsp:cNvPr id="0" name=""/>
        <dsp:cNvSpPr/>
      </dsp:nvSpPr>
      <dsp:spPr>
        <a:xfrm>
          <a:off x="6919138" y="1992644"/>
          <a:ext cx="2514897" cy="150893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1EB max volume size </a:t>
          </a:r>
        </a:p>
      </dsp:txBody>
      <dsp:txXfrm>
        <a:off x="6919138" y="1992644"/>
        <a:ext cx="2514897" cy="15089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1150A-F152-434F-9766-32BCD3CB2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AF3BD3-62F3-40B7-8CEC-8FAD975924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5D686-24C1-4D11-AEBD-D1BB150CD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8DA8-D334-47C1-A890-124462D32E62}" type="datetimeFigureOut">
              <a:rPr lang="id-ID" smtClean="0"/>
              <a:t>27/09/2021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872F3-5144-479C-9CD7-F41315A0B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96A0F-BB11-410C-B78D-7A8F24A1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83F7-AA5A-4040-8432-D29C567CC66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9709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45794-6A09-440B-86AD-27F43659B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AF590-C339-47DB-841E-DDA1860CB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FB5E1-2972-477E-BE10-F0470F62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8DA8-D334-47C1-A890-124462D32E62}" type="datetimeFigureOut">
              <a:rPr lang="id-ID" smtClean="0"/>
              <a:t>27/09/2021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0B96D-8387-4065-9BA5-A6C49F75D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59C0D-5956-494B-89B0-9E69639EE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83F7-AA5A-4040-8432-D29C567CC66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27081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FA00F-5270-4410-A7D7-6BCB61302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5E2A9-57E4-433D-85D9-23A8C5CA9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DA71E-7FF2-4E7B-A756-4F638F226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8DA8-D334-47C1-A890-124462D32E62}" type="datetimeFigureOut">
              <a:rPr lang="id-ID" smtClean="0"/>
              <a:t>27/09/2021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94B08-7DD4-4B9C-82F6-7382D70D7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F14EF-EA15-4BD8-B8BA-E58738E0D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83F7-AA5A-4040-8432-D29C567CC66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5973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1F1CA-AAE2-4391-BC6E-E6BE43787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EA2C5-5C65-48BE-8956-C7B662E66E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8F24D-B466-4A51-9628-EFCF10378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BBF3A-724E-4F3B-81D4-A1C9634B8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8DA8-D334-47C1-A890-124462D32E62}" type="datetimeFigureOut">
              <a:rPr lang="id-ID" smtClean="0"/>
              <a:t>27/09/2021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0DA3F-8309-42C2-AC9B-7290B3927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C947C7-8A33-4F33-85DB-D79687169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83F7-AA5A-4040-8432-D29C567CC66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61428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E542E-344D-4B9D-97AE-C607C76C6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7EC08-2985-44A0-A046-F2952657A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6F246-3D32-4868-94F5-7A176BCEA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266C21-1848-4808-8E30-7314DD9C71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532F5E-ADC6-4CA6-A15F-DAEEDDCFA5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7237C2-6DE7-4936-B7AF-529635D57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8DA8-D334-47C1-A890-124462D32E62}" type="datetimeFigureOut">
              <a:rPr lang="id-ID" smtClean="0"/>
              <a:t>27/09/2021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5A1E84-ED3D-4938-9CA5-A4C6FDFD1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1638C7-45E1-4F14-8DFA-45EC5FE6B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83F7-AA5A-4040-8432-D29C567CC66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59174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17B36-EA85-439E-9E2F-91BC71E9F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D37308-B684-413A-9A4A-B15FDC894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8DA8-D334-47C1-A890-124462D32E62}" type="datetimeFigureOut">
              <a:rPr lang="id-ID" smtClean="0"/>
              <a:t>27/09/2021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CE544B-B6E1-4555-B234-BDA192B8F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E6BC63-8528-4D4B-B8DF-8214D898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83F7-AA5A-4040-8432-D29C567CC66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36760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E17929-59AA-409F-9801-2FC266144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8DA8-D334-47C1-A890-124462D32E62}" type="datetimeFigureOut">
              <a:rPr lang="id-ID" smtClean="0"/>
              <a:t>27/09/2021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C8B9DC-A4DC-4E07-9E03-F67154CAF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C1E0B-F14F-4EAE-88BE-B0AC24619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83F7-AA5A-4040-8432-D29C567CC66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93464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19E25-3A22-4D13-B94F-F6E26E5B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A2E10-8841-4A58-80B4-FF2E131FD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C42524-F8EF-47F1-902B-F9C4DA207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8DD0E-D035-4CF9-9DFC-6E723D52E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8DA8-D334-47C1-A890-124462D32E62}" type="datetimeFigureOut">
              <a:rPr lang="id-ID" smtClean="0"/>
              <a:t>27/09/2021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9D195-FDF6-4123-BECB-E817AB410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2A63C-CD8E-4135-B1E0-C86D2B980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83F7-AA5A-4040-8432-D29C567CC66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81988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E8BC0-13C4-4F03-AFA6-23DC8653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A11765-AB34-41A9-88DF-0A735E5015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12337F-B7E7-44F0-93ED-2F23E7E26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B5BEFA-1C9D-4C3F-9F38-8E20B6858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8DA8-D334-47C1-A890-124462D32E62}" type="datetimeFigureOut">
              <a:rPr lang="id-ID" smtClean="0"/>
              <a:t>27/09/2021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900F3-DAC8-4915-97F0-CE7E9173F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2A181-2019-47E8-B386-1ADC4E71D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83F7-AA5A-4040-8432-D29C567CC66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18308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C5863-9D98-48B5-8A2A-D72039A7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155C4-BCF2-40F4-A87A-117800F9CE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2D8A7-C683-47C7-BD9C-263F8625F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8DA8-D334-47C1-A890-124462D32E62}" type="datetimeFigureOut">
              <a:rPr lang="id-ID" smtClean="0"/>
              <a:t>27/09/2021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01CC-81AE-4682-84C6-A55BF729E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8B9C5-A78E-4CA0-9F7A-093F44CD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83F7-AA5A-4040-8432-D29C567CC66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26227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707C4C-089B-49D2-A1B2-C8F314F0B5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E4BF46-7117-4023-9435-17B62538D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4CF3B-AFF8-4708-A9C3-4BC101D0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8DA8-D334-47C1-A890-124462D32E62}" type="datetimeFigureOut">
              <a:rPr lang="id-ID" smtClean="0"/>
              <a:t>27/09/2021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0BFF1-C55D-4844-807E-6B29B019B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E82DC-47DA-4557-A109-F70A55B39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83F7-AA5A-4040-8432-D29C567CC66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493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F267C5-0E29-4EB0-87E0-2BFC815BE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61E97-3466-4802-81E4-8B233B2FF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33C80-3321-46FA-86D1-C49FFB927E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808DA8-D334-47C1-A890-124462D32E62}" type="datetimeFigureOut">
              <a:rPr lang="id-ID" smtClean="0"/>
              <a:t>27/09/2021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C4860-AA73-4A15-8CB7-9E2DD732C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D3117-3421-40D2-9DF2-222C36DF4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B83F7-AA5A-4040-8432-D29C567CC66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56695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B32A67F-3598-4A13-8552-DA884FFCC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658E55-6DCD-47C7-9E20-F6D2F3F9C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3" y="3320859"/>
            <a:ext cx="4573475" cy="2076333"/>
          </a:xfrm>
        </p:spPr>
        <p:txBody>
          <a:bodyPr anchor="t">
            <a:normAutofit/>
          </a:bodyPr>
          <a:lstStyle/>
          <a:p>
            <a:pPr algn="l"/>
            <a:r>
              <a:rPr lang="en-US" sz="4800">
                <a:solidFill>
                  <a:schemeClr val="bg1"/>
                </a:solidFill>
              </a:rPr>
              <a:t>FILE SYSTEM FORMAT &amp; STRUCTURE</a:t>
            </a:r>
            <a:endParaRPr lang="id-ID" sz="480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D4C154-9D1F-4EB5-AB55-EA8859AEA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3" y="2348680"/>
            <a:ext cx="4662678" cy="972180"/>
          </a:xfrm>
        </p:spPr>
        <p:txBody>
          <a:bodyPr anchor="b">
            <a:normAutofit/>
          </a:bodyPr>
          <a:lstStyle/>
          <a:p>
            <a:pPr algn="l"/>
            <a:endParaRPr lang="id-ID" sz="2000">
              <a:solidFill>
                <a:schemeClr val="bg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C55ACC-A2F6-403C-A3A4-D59B3734D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57312" y="381000"/>
            <a:ext cx="6334689" cy="6477000"/>
          </a:xfrm>
          <a:custGeom>
            <a:avLst/>
            <a:gdLst>
              <a:gd name="connsiteX0" fmla="*/ 3561588 w 6334689"/>
              <a:gd name="connsiteY0" fmla="*/ 0 h 6477000"/>
              <a:gd name="connsiteX1" fmla="*/ 6309883 w 6334689"/>
              <a:gd name="connsiteY1" fmla="*/ 1296087 h 6477000"/>
              <a:gd name="connsiteX2" fmla="*/ 6334689 w 6334689"/>
              <a:gd name="connsiteY2" fmla="*/ 1329261 h 6477000"/>
              <a:gd name="connsiteX3" fmla="*/ 6334689 w 6334689"/>
              <a:gd name="connsiteY3" fmla="*/ 5793916 h 6477000"/>
              <a:gd name="connsiteX4" fmla="*/ 6309883 w 6334689"/>
              <a:gd name="connsiteY4" fmla="*/ 5827089 h 6477000"/>
              <a:gd name="connsiteX5" fmla="*/ 5760467 w 6334689"/>
              <a:gd name="connsiteY5" fmla="*/ 6363539 h 6477000"/>
              <a:gd name="connsiteX6" fmla="*/ 5607796 w 6334689"/>
              <a:gd name="connsiteY6" fmla="*/ 6477000 h 6477000"/>
              <a:gd name="connsiteX7" fmla="*/ 1519571 w 6334689"/>
              <a:gd name="connsiteY7" fmla="*/ 6477000 h 6477000"/>
              <a:gd name="connsiteX8" fmla="*/ 1296088 w 6334689"/>
              <a:gd name="connsiteY8" fmla="*/ 6309883 h 6477000"/>
              <a:gd name="connsiteX9" fmla="*/ 0 w 6334689"/>
              <a:gd name="connsiteY9" fmla="*/ 3561588 h 6477000"/>
              <a:gd name="connsiteX10" fmla="*/ 3561588 w 6334689"/>
              <a:gd name="connsiteY10" fmla="*/ 0 h 647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34689" h="6477000">
                <a:moveTo>
                  <a:pt x="3561588" y="0"/>
                </a:moveTo>
                <a:cubicBezTo>
                  <a:pt x="4668032" y="0"/>
                  <a:pt x="5656635" y="504534"/>
                  <a:pt x="6309883" y="1296087"/>
                </a:cubicBezTo>
                <a:lnTo>
                  <a:pt x="6334689" y="1329261"/>
                </a:lnTo>
                <a:lnTo>
                  <a:pt x="6334689" y="5793916"/>
                </a:lnTo>
                <a:lnTo>
                  <a:pt x="6309883" y="5827089"/>
                </a:lnTo>
                <a:cubicBezTo>
                  <a:pt x="6146571" y="6024977"/>
                  <a:pt x="5962299" y="6204927"/>
                  <a:pt x="5760467" y="6363539"/>
                </a:cubicBezTo>
                <a:lnTo>
                  <a:pt x="5607796" y="6477000"/>
                </a:lnTo>
                <a:lnTo>
                  <a:pt x="1519571" y="6477000"/>
                </a:lnTo>
                <a:lnTo>
                  <a:pt x="1296088" y="6309883"/>
                </a:lnTo>
                <a:cubicBezTo>
                  <a:pt x="504535" y="5656635"/>
                  <a:pt x="0" y="4668032"/>
                  <a:pt x="0" y="3561588"/>
                </a:cubicBezTo>
                <a:cubicBezTo>
                  <a:pt x="0" y="1594577"/>
                  <a:pt x="1594577" y="0"/>
                  <a:pt x="3561588" y="0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98EBA13-C937-430B-9523-439FE2109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21086" y="544777"/>
            <a:ext cx="6170914" cy="6313225"/>
          </a:xfrm>
          <a:custGeom>
            <a:avLst/>
            <a:gdLst>
              <a:gd name="connsiteX0" fmla="*/ 3397813 w 6170914"/>
              <a:gd name="connsiteY0" fmla="*/ 0 h 6313225"/>
              <a:gd name="connsiteX1" fmla="*/ 6019731 w 6170914"/>
              <a:gd name="connsiteY1" fmla="*/ 1236489 h 6313225"/>
              <a:gd name="connsiteX2" fmla="*/ 6170914 w 6170914"/>
              <a:gd name="connsiteY2" fmla="*/ 1438663 h 6313225"/>
              <a:gd name="connsiteX3" fmla="*/ 6170914 w 6170914"/>
              <a:gd name="connsiteY3" fmla="*/ 5356963 h 6313225"/>
              <a:gd name="connsiteX4" fmla="*/ 6019731 w 6170914"/>
              <a:gd name="connsiteY4" fmla="*/ 5559138 h 6313225"/>
              <a:gd name="connsiteX5" fmla="*/ 5194591 w 6170914"/>
              <a:gd name="connsiteY5" fmla="*/ 6282226 h 6313225"/>
              <a:gd name="connsiteX6" fmla="*/ 5141791 w 6170914"/>
              <a:gd name="connsiteY6" fmla="*/ 6313225 h 6313225"/>
              <a:gd name="connsiteX7" fmla="*/ 1659199 w 6170914"/>
              <a:gd name="connsiteY7" fmla="*/ 6313225 h 6313225"/>
              <a:gd name="connsiteX8" fmla="*/ 1498064 w 6170914"/>
              <a:gd name="connsiteY8" fmla="*/ 6215333 h 6313225"/>
              <a:gd name="connsiteX9" fmla="*/ 0 w 6170914"/>
              <a:gd name="connsiteY9" fmla="*/ 3397813 h 6313225"/>
              <a:gd name="connsiteX10" fmla="*/ 3397813 w 6170914"/>
              <a:gd name="connsiteY10" fmla="*/ 0 h 6313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170914" h="6313225">
                <a:moveTo>
                  <a:pt x="3397813" y="0"/>
                </a:moveTo>
                <a:cubicBezTo>
                  <a:pt x="4453378" y="0"/>
                  <a:pt x="5396522" y="481334"/>
                  <a:pt x="6019731" y="1236489"/>
                </a:cubicBezTo>
                <a:lnTo>
                  <a:pt x="6170914" y="1438663"/>
                </a:lnTo>
                <a:lnTo>
                  <a:pt x="6170914" y="5356963"/>
                </a:lnTo>
                <a:lnTo>
                  <a:pt x="6019731" y="5559138"/>
                </a:lnTo>
                <a:cubicBezTo>
                  <a:pt x="5786028" y="5842321"/>
                  <a:pt x="5507333" y="6086998"/>
                  <a:pt x="5194591" y="6282226"/>
                </a:cubicBezTo>
                <a:lnTo>
                  <a:pt x="5141791" y="6313225"/>
                </a:lnTo>
                <a:lnTo>
                  <a:pt x="1659199" y="6313225"/>
                </a:lnTo>
                <a:lnTo>
                  <a:pt x="1498064" y="6215333"/>
                </a:lnTo>
                <a:cubicBezTo>
                  <a:pt x="594240" y="5604721"/>
                  <a:pt x="0" y="4570663"/>
                  <a:pt x="0" y="3397813"/>
                </a:cubicBezTo>
                <a:cubicBezTo>
                  <a:pt x="0" y="1521253"/>
                  <a:pt x="1521253" y="0"/>
                  <a:pt x="33978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 descr="Open Folder">
            <a:extLst>
              <a:ext uri="{FF2B5EF4-FFF2-40B4-BE49-F238E27FC236}">
                <a16:creationId xmlns:a16="http://schemas.microsoft.com/office/drawing/2014/main" id="{9D70B156-895C-4ED6-AAD9-955BF4780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10424" y="1845770"/>
            <a:ext cx="43338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6BDCA6B-3C9C-4213-A0D9-30BD5F0B0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8426302" cy="6858000"/>
          </a:xfrm>
          <a:custGeom>
            <a:avLst/>
            <a:gdLst>
              <a:gd name="connsiteX0" fmla="*/ 184095 w 8426302"/>
              <a:gd name="connsiteY0" fmla="*/ 6858000 h 6858000"/>
              <a:gd name="connsiteX1" fmla="*/ 8426302 w 8426302"/>
              <a:gd name="connsiteY1" fmla="*/ 6858000 h 6858000"/>
              <a:gd name="connsiteX2" fmla="*/ 8426302 w 8426302"/>
              <a:gd name="connsiteY2" fmla="*/ 0 h 6858000"/>
              <a:gd name="connsiteX3" fmla="*/ 2743435 w 8426302"/>
              <a:gd name="connsiteY3" fmla="*/ 0 h 6858000"/>
              <a:gd name="connsiteX4" fmla="*/ 2688451 w 8426302"/>
              <a:gd name="connsiteY4" fmla="*/ 37385 h 6858000"/>
              <a:gd name="connsiteX5" fmla="*/ 0 w 8426302"/>
              <a:gd name="connsiteY5" fmla="*/ 5321277 h 6858000"/>
              <a:gd name="connsiteX6" fmla="*/ 116943 w 8426302"/>
              <a:gd name="connsiteY6" fmla="*/ 65584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26302" h="6858000">
                <a:moveTo>
                  <a:pt x="184095" y="6858000"/>
                </a:moveTo>
                <a:lnTo>
                  <a:pt x="8426302" y="6858000"/>
                </a:lnTo>
                <a:lnTo>
                  <a:pt x="8426302" y="0"/>
                </a:lnTo>
                <a:lnTo>
                  <a:pt x="2743435" y="0"/>
                </a:lnTo>
                <a:lnTo>
                  <a:pt x="2688451" y="37385"/>
                </a:lnTo>
                <a:cubicBezTo>
                  <a:pt x="1058888" y="1225893"/>
                  <a:pt x="0" y="3149927"/>
                  <a:pt x="0" y="5321277"/>
                </a:cubicBezTo>
                <a:cubicBezTo>
                  <a:pt x="0" y="5744268"/>
                  <a:pt x="40184" y="6157873"/>
                  <a:pt x="116943" y="655848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DA12F62-867F-4684-B28B-E085D09DC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8174932" cy="6858000"/>
          </a:xfrm>
          <a:custGeom>
            <a:avLst/>
            <a:gdLst>
              <a:gd name="connsiteX0" fmla="*/ 190266 w 8174932"/>
              <a:gd name="connsiteY0" fmla="*/ 6858000 h 6858000"/>
              <a:gd name="connsiteX1" fmla="*/ 8174932 w 8174932"/>
              <a:gd name="connsiteY1" fmla="*/ 6858000 h 6858000"/>
              <a:gd name="connsiteX2" fmla="*/ 8174932 w 8174932"/>
              <a:gd name="connsiteY2" fmla="*/ 0 h 6858000"/>
              <a:gd name="connsiteX3" fmla="*/ 2944847 w 8174932"/>
              <a:gd name="connsiteY3" fmla="*/ 0 h 6858000"/>
              <a:gd name="connsiteX4" fmla="*/ 2646373 w 8174932"/>
              <a:gd name="connsiteY4" fmla="*/ 196447 h 6858000"/>
              <a:gd name="connsiteX5" fmla="*/ 0 w 8174932"/>
              <a:gd name="connsiteY5" fmla="*/ 5321277 h 6858000"/>
              <a:gd name="connsiteX6" fmla="*/ 112445 w 8174932"/>
              <a:gd name="connsiteY6" fmla="*/ 65108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174932" h="6858000">
                <a:moveTo>
                  <a:pt x="190266" y="6858000"/>
                </a:moveTo>
                <a:lnTo>
                  <a:pt x="8174932" y="6858000"/>
                </a:lnTo>
                <a:lnTo>
                  <a:pt x="8174932" y="0"/>
                </a:lnTo>
                <a:lnTo>
                  <a:pt x="2944847" y="0"/>
                </a:lnTo>
                <a:lnTo>
                  <a:pt x="2646373" y="196447"/>
                </a:lnTo>
                <a:cubicBezTo>
                  <a:pt x="1044779" y="1335395"/>
                  <a:pt x="0" y="3206327"/>
                  <a:pt x="0" y="5321277"/>
                </a:cubicBezTo>
                <a:cubicBezTo>
                  <a:pt x="0" y="5727999"/>
                  <a:pt x="38639" y="6125696"/>
                  <a:pt x="112445" y="6510898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5813A7-250F-4B25-AFDF-0C9534017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34110"/>
            <a:ext cx="5936370" cy="34662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Filesystem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FD0E9-C8E2-4D5D-9808-F25A773DE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4180354"/>
            <a:ext cx="5649289" cy="12799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 structured representation of data and a set of metadata describing this data</a:t>
            </a:r>
          </a:p>
        </p:txBody>
      </p:sp>
    </p:spTree>
    <p:extLst>
      <p:ext uri="{BB962C8B-B14F-4D97-AF65-F5344CB8AC3E}">
        <p14:creationId xmlns:p14="http://schemas.microsoft.com/office/powerpoint/2010/main" val="4084053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819A166-7571-4003-A6B8-B62034C3E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0932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C8B0C7-654C-4363-9167-6AC83FED7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1" y="620392"/>
            <a:ext cx="3808268" cy="5504688"/>
          </a:xfrm>
        </p:spPr>
        <p:txBody>
          <a:bodyPr>
            <a:normAutofit/>
          </a:bodyPr>
          <a:lstStyle/>
          <a:p>
            <a:r>
              <a:rPr lang="en-US" sz="6000">
                <a:solidFill>
                  <a:schemeClr val="bg1"/>
                </a:solidFill>
              </a:rPr>
              <a:t>Windows File System Format</a:t>
            </a:r>
            <a:endParaRPr lang="id-ID" sz="600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49ED9D-2637-41D8-8667-DD9FBDF292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6033834"/>
              </p:ext>
            </p:extLst>
          </p:nvPr>
        </p:nvGraphicFramePr>
        <p:xfrm>
          <a:off x="5468389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0101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8E89D5E-1885-4160-AC77-CC471DD1D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28BD7C-8483-4DC2-906C-748DE85C8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7" y="712269"/>
            <a:ext cx="3370998" cy="55022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Linux File System</a:t>
            </a:r>
            <a:endParaRPr lang="id-ID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0D2BD1-98F9-412D-905B-3A843EF40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85216" y="297180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0F6476-8FCA-4E42-83B7-E222858469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4270611"/>
              </p:ext>
            </p:extLst>
          </p:nvPr>
        </p:nvGraphicFramePr>
        <p:xfrm>
          <a:off x="5280025" y="642938"/>
          <a:ext cx="6269038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1086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8E89D5E-1885-4160-AC77-CC471DD1D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4F79DE-670E-4217-B6C5-CF2C78BAF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7" y="712269"/>
            <a:ext cx="3370998" cy="55022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FAT FILESYSTEM</a:t>
            </a:r>
            <a:endParaRPr lang="id-ID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0D2BD1-98F9-412D-905B-3A843EF40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85216" y="297180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4F4335-478B-46CD-8629-D7881F354D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8087962"/>
              </p:ext>
            </p:extLst>
          </p:nvPr>
        </p:nvGraphicFramePr>
        <p:xfrm>
          <a:off x="5280025" y="642938"/>
          <a:ext cx="6269038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3368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32E095-14AC-4B68-B3AD-62C9241E2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id-ID" sz="4600"/>
              <a:t>New Technology File System</a:t>
            </a:r>
            <a:r>
              <a:rPr lang="en-US" sz="4600"/>
              <a:t> (NTFS)</a:t>
            </a:r>
            <a:endParaRPr lang="id-ID" sz="46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56D36-038E-4F13-BD19-EF60AB377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2400"/>
              <a:t>255 characters file name</a:t>
            </a:r>
          </a:p>
          <a:p>
            <a:r>
              <a:rPr lang="en-US" sz="2400"/>
              <a:t>Access Control List support</a:t>
            </a:r>
          </a:p>
          <a:p>
            <a:r>
              <a:rPr lang="en-US" sz="2400"/>
              <a:t>Journaling</a:t>
            </a:r>
          </a:p>
          <a:p>
            <a:r>
              <a:rPr lang="en-US" sz="2400"/>
              <a:t>Soft Link &amp; Hard Link file support </a:t>
            </a:r>
          </a:p>
          <a:p>
            <a:r>
              <a:rPr lang="en-US" sz="2400"/>
              <a:t>256 TB max filesize (8 PB on Windows 10 1709 and later)</a:t>
            </a:r>
          </a:p>
          <a:p>
            <a:r>
              <a:rPr lang="en-US" sz="2400"/>
              <a:t>256 TB max volume size (8 PB on Windows 10 1709 and later)</a:t>
            </a:r>
          </a:p>
        </p:txBody>
      </p:sp>
    </p:spTree>
    <p:extLst>
      <p:ext uri="{BB962C8B-B14F-4D97-AF65-F5344CB8AC3E}">
        <p14:creationId xmlns:p14="http://schemas.microsoft.com/office/powerpoint/2010/main" val="1661003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D66B0-667B-4F63-8C03-4BBC3DAA3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1" y="620392"/>
            <a:ext cx="3808268" cy="5504688"/>
          </a:xfrm>
        </p:spPr>
        <p:txBody>
          <a:bodyPr>
            <a:normAutofit/>
          </a:bodyPr>
          <a:lstStyle/>
          <a:p>
            <a:r>
              <a:rPr lang="en-US" sz="6000">
                <a:solidFill>
                  <a:schemeClr val="accent5"/>
                </a:solidFill>
              </a:rPr>
              <a:t>ReFS Filesystem</a:t>
            </a:r>
            <a:endParaRPr lang="id-ID" sz="6000">
              <a:solidFill>
                <a:schemeClr val="accent5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83EEA8-57B7-4453-B2BF-00B0907639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4258677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0041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08FD25-6784-4CF5-9B54-0FE69A4DA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Extended File System (ext)</a:t>
            </a:r>
            <a:endParaRPr lang="id-ID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FA32A7-09F7-4170-99C6-84AE54F5CD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6363948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8150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58B640-7DF4-44E9-AD92-B1C5E7D30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ext2 Filesystem</a:t>
            </a:r>
            <a:endParaRPr lang="id-ID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A2D663-EB41-4E37-ABDD-4E56BB1070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1530054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0456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0B4D3-14BC-4EF1-BB34-4212742FD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ext3 Filesystem</a:t>
            </a:r>
            <a:endParaRPr lang="id-ID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ECDDAD-1616-4AAB-8038-2AFE69FB57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75824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4529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3F16F6-73B1-41A8-AB4F-1E25DBFFD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US" sz="4000"/>
              <a:t>ext4 Filesystem</a:t>
            </a:r>
            <a:endParaRPr lang="id-ID" sz="40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A1C5C2-3100-4D1D-B216-6FCEF749F0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5004842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3765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258</Words>
  <Application>Microsoft Office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FILE SYSTEM FORMAT &amp; STRUCTURE</vt:lpstr>
      <vt:lpstr>Filesystem</vt:lpstr>
      <vt:lpstr>Windows File System Format</vt:lpstr>
      <vt:lpstr>Linux File System</vt:lpstr>
      <vt:lpstr>FAT FILESYSTEM</vt:lpstr>
      <vt:lpstr>New Technology File System (NTFS)</vt:lpstr>
      <vt:lpstr>ReFS Filesystem</vt:lpstr>
      <vt:lpstr>Extended File System (ext)</vt:lpstr>
      <vt:lpstr>ext2 Filesystem</vt:lpstr>
      <vt:lpstr>ext3 Filesystem</vt:lpstr>
      <vt:lpstr>ext4 Filesystem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SYSTEM FORMAT &amp; STRUCTURE</dc:title>
  <dc:creator>Beluvedia</dc:creator>
  <cp:lastModifiedBy>Beluvedia</cp:lastModifiedBy>
  <cp:revision>1</cp:revision>
  <dcterms:created xsi:type="dcterms:W3CDTF">2021-09-27T03:39:13Z</dcterms:created>
  <dcterms:modified xsi:type="dcterms:W3CDTF">2021-09-27T05:09:13Z</dcterms:modified>
</cp:coreProperties>
</file>